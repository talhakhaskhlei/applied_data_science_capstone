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Century Schoolbook"/>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gN7kaS/GbEys1r29DemRgSEYLq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Schoolbook-bold.fntdata"/><Relationship Id="rId10" Type="http://schemas.openxmlformats.org/officeDocument/2006/relationships/slide" Target="slides/slide5.xml"/><Relationship Id="rId32" Type="http://schemas.openxmlformats.org/officeDocument/2006/relationships/font" Target="fonts/CenturySchoolbook-regular.fntdata"/><Relationship Id="rId13" Type="http://schemas.openxmlformats.org/officeDocument/2006/relationships/slide" Target="slides/slide8.xml"/><Relationship Id="rId35" Type="http://schemas.openxmlformats.org/officeDocument/2006/relationships/font" Target="fonts/CenturySchoolbook-boldItalic.fntdata"/><Relationship Id="rId12" Type="http://schemas.openxmlformats.org/officeDocument/2006/relationships/slide" Target="slides/slide7.xml"/><Relationship Id="rId34" Type="http://schemas.openxmlformats.org/officeDocument/2006/relationships/font" Target="fonts/CenturySchoolbook-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12" name="Shape 12"/>
        <p:cNvGrpSpPr/>
        <p:nvPr/>
      </p:nvGrpSpPr>
      <p:grpSpPr>
        <a:xfrm>
          <a:off x="0" y="0"/>
          <a:ext cx="0" cy="0"/>
          <a:chOff x="0" y="0"/>
          <a:chExt cx="0" cy="0"/>
        </a:xfrm>
      </p:grpSpPr>
      <p:sp>
        <p:nvSpPr>
          <p:cNvPr id="13" name="Google Shape;13;p30"/>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30"/>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15" name="Google Shape;15;p30"/>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0"/>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0"/>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18" name="Google Shape;18;p30"/>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1"/>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29" name="Google Shape;29;p31"/>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1"/>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2"/>
          <p:cNvSpPr txBox="1"/>
          <p:nvPr>
            <p:ph type="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dk1"/>
              </a:buClr>
              <a:buSzPts val="7200"/>
              <a:buFont typeface="Century Schoolbook"/>
              <a:buNone/>
              <a:defRPr b="0"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2"/>
          <p:cNvSpPr txBox="1"/>
          <p:nvPr>
            <p:ph idx="1" type="body"/>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400"/>
              </a:spcBef>
              <a:spcAft>
                <a:spcPts val="0"/>
              </a:spcAft>
              <a:buSzPts val="1760"/>
              <a:buNone/>
              <a:defRPr sz="2200">
                <a:solidFill>
                  <a:srgbClr val="595959"/>
                </a:solidFill>
              </a:defRPr>
            </a:lvl1pPr>
            <a:lvl2pPr indent="-228600" lvl="1" marL="914400" algn="l">
              <a:lnSpc>
                <a:spcPct val="90000"/>
              </a:lnSpc>
              <a:spcBef>
                <a:spcPts val="300"/>
              </a:spcBef>
              <a:spcAft>
                <a:spcPts val="0"/>
              </a:spcAft>
              <a:buSzPts val="1800"/>
              <a:buNone/>
              <a:defRPr sz="1800">
                <a:solidFill>
                  <a:srgbClr val="888888"/>
                </a:solidFill>
              </a:defRPr>
            </a:lvl2pPr>
            <a:lvl3pPr indent="-228600" lvl="2" marL="1371600" algn="l">
              <a:lnSpc>
                <a:spcPct val="90000"/>
              </a:lnSpc>
              <a:spcBef>
                <a:spcPts val="300"/>
              </a:spcBef>
              <a:spcAft>
                <a:spcPts val="0"/>
              </a:spcAft>
              <a:buSzPts val="1600"/>
              <a:buNone/>
              <a:defRPr sz="1600">
                <a:solidFill>
                  <a:srgbClr val="888888"/>
                </a:solidFill>
              </a:defRPr>
            </a:lvl3pPr>
            <a:lvl4pPr indent="-228600" lvl="3" marL="1828800" algn="l">
              <a:lnSpc>
                <a:spcPct val="90000"/>
              </a:lnSpc>
              <a:spcBef>
                <a:spcPts val="300"/>
              </a:spcBef>
              <a:spcAft>
                <a:spcPts val="0"/>
              </a:spcAft>
              <a:buSzPts val="1400"/>
              <a:buNone/>
              <a:defRPr sz="1400">
                <a:solidFill>
                  <a:srgbClr val="888888"/>
                </a:solidFill>
              </a:defRPr>
            </a:lvl4pPr>
            <a:lvl5pPr indent="-228600" lvl="4" marL="2286000" algn="l">
              <a:lnSpc>
                <a:spcPct val="90000"/>
              </a:lnSpc>
              <a:spcBef>
                <a:spcPts val="300"/>
              </a:spcBef>
              <a:spcAft>
                <a:spcPts val="0"/>
              </a:spcAft>
              <a:buSzPts val="1400"/>
              <a:buNone/>
              <a:defRPr sz="1400">
                <a:solidFill>
                  <a:srgbClr val="888888"/>
                </a:solidFill>
              </a:defRPr>
            </a:lvl5pPr>
            <a:lvl6pPr indent="-228600" lvl="5" marL="2743200" algn="l">
              <a:lnSpc>
                <a:spcPct val="90000"/>
              </a:lnSpc>
              <a:spcBef>
                <a:spcPts val="300"/>
              </a:spcBef>
              <a:spcAft>
                <a:spcPts val="0"/>
              </a:spcAft>
              <a:buSzPts val="1400"/>
              <a:buNone/>
              <a:defRPr sz="1400">
                <a:solidFill>
                  <a:srgbClr val="888888"/>
                </a:solidFill>
              </a:defRPr>
            </a:lvl6pPr>
            <a:lvl7pPr indent="-228600" lvl="6" marL="3200400" algn="l">
              <a:lnSpc>
                <a:spcPct val="90000"/>
              </a:lnSpc>
              <a:spcBef>
                <a:spcPts val="300"/>
              </a:spcBef>
              <a:spcAft>
                <a:spcPts val="0"/>
              </a:spcAft>
              <a:buSzPts val="1400"/>
              <a:buNone/>
              <a:defRPr sz="1400">
                <a:solidFill>
                  <a:srgbClr val="888888"/>
                </a:solidFill>
              </a:defRPr>
            </a:lvl7pPr>
            <a:lvl8pPr indent="-228600" lvl="7" marL="3657600" algn="l">
              <a:lnSpc>
                <a:spcPct val="90000"/>
              </a:lnSpc>
              <a:spcBef>
                <a:spcPts val="300"/>
              </a:spcBef>
              <a:spcAft>
                <a:spcPts val="0"/>
              </a:spcAft>
              <a:buSzPts val="1400"/>
              <a:buNone/>
              <a:defRPr sz="1400">
                <a:solidFill>
                  <a:srgbClr val="888888"/>
                </a:solidFill>
              </a:defRPr>
            </a:lvl8pPr>
            <a:lvl9pPr indent="-228600" lvl="8" marL="4114800" algn="l">
              <a:lnSpc>
                <a:spcPct val="90000"/>
              </a:lnSpc>
              <a:spcBef>
                <a:spcPts val="300"/>
              </a:spcBef>
              <a:spcAft>
                <a:spcPts val="300"/>
              </a:spcAft>
              <a:buSzPts val="1400"/>
              <a:buNone/>
              <a:defRPr sz="1400">
                <a:solidFill>
                  <a:srgbClr val="888888"/>
                </a:solidFill>
              </a:defRPr>
            </a:lvl9pPr>
          </a:lstStyle>
          <a:p/>
        </p:txBody>
      </p:sp>
      <p:sp>
        <p:nvSpPr>
          <p:cNvPr id="35" name="Google Shape;35;p32"/>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2"/>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2"/>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8" name="Google Shape;38;p32"/>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rgbClr val="343437"/>
        </a:solidFill>
      </p:bgPr>
    </p:bg>
    <p:spTree>
      <p:nvGrpSpPr>
        <p:cNvPr id="39" name="Shape 39"/>
        <p:cNvGrpSpPr/>
        <p:nvPr/>
      </p:nvGrpSpPr>
      <p:grpSpPr>
        <a:xfrm>
          <a:off x="0" y="0"/>
          <a:ext cx="0" cy="0"/>
          <a:chOff x="0" y="0"/>
          <a:chExt cx="0" cy="0"/>
        </a:xfrm>
      </p:grpSpPr>
      <p:sp>
        <p:nvSpPr>
          <p:cNvPr id="40" name="Google Shape;40;p29"/>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7200"/>
              <a:buFont typeface="Century Schoolbook"/>
              <a:buNone/>
              <a:defRPr sz="7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29"/>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400"/>
              </a:spcBef>
              <a:spcAft>
                <a:spcPts val="0"/>
              </a:spcAft>
              <a:buSzPts val="1760"/>
              <a:buNone/>
              <a:defRPr sz="2200">
                <a:solidFill>
                  <a:srgbClr val="BFBFBF"/>
                </a:solidFill>
              </a:defRPr>
            </a:lvl1pPr>
            <a:lvl2pPr lvl="1" algn="ctr">
              <a:lnSpc>
                <a:spcPct val="90000"/>
              </a:lnSpc>
              <a:spcBef>
                <a:spcPts val="300"/>
              </a:spcBef>
              <a:spcAft>
                <a:spcPts val="0"/>
              </a:spcAft>
              <a:buSzPts val="2200"/>
              <a:buNone/>
              <a:defRPr sz="2200"/>
            </a:lvl2pPr>
            <a:lvl3pPr lvl="2" algn="ctr">
              <a:lnSpc>
                <a:spcPct val="90000"/>
              </a:lnSpc>
              <a:spcBef>
                <a:spcPts val="300"/>
              </a:spcBef>
              <a:spcAft>
                <a:spcPts val="0"/>
              </a:spcAft>
              <a:buSzPts val="2200"/>
              <a:buNone/>
              <a:defRPr sz="2200"/>
            </a:lvl3pPr>
            <a:lvl4pPr lvl="3" algn="ctr">
              <a:lnSpc>
                <a:spcPct val="90000"/>
              </a:lnSpc>
              <a:spcBef>
                <a:spcPts val="300"/>
              </a:spcBef>
              <a:spcAft>
                <a:spcPts val="0"/>
              </a:spcAft>
              <a:buSzPts val="2000"/>
              <a:buNone/>
              <a:defRPr sz="2000"/>
            </a:lvl4pPr>
            <a:lvl5pPr lvl="4" algn="ctr">
              <a:lnSpc>
                <a:spcPct val="90000"/>
              </a:lnSpc>
              <a:spcBef>
                <a:spcPts val="300"/>
              </a:spcBef>
              <a:spcAft>
                <a:spcPts val="0"/>
              </a:spcAft>
              <a:buSzPts val="2000"/>
              <a:buNone/>
              <a:defRPr sz="2000"/>
            </a:lvl5pPr>
            <a:lvl6pPr lvl="5" algn="ctr">
              <a:lnSpc>
                <a:spcPct val="90000"/>
              </a:lnSpc>
              <a:spcBef>
                <a:spcPts val="300"/>
              </a:spcBef>
              <a:spcAft>
                <a:spcPts val="0"/>
              </a:spcAft>
              <a:buSzPts val="2000"/>
              <a:buNone/>
              <a:defRPr sz="2000"/>
            </a:lvl6pPr>
            <a:lvl7pPr lvl="6" algn="ctr">
              <a:lnSpc>
                <a:spcPct val="90000"/>
              </a:lnSpc>
              <a:spcBef>
                <a:spcPts val="300"/>
              </a:spcBef>
              <a:spcAft>
                <a:spcPts val="0"/>
              </a:spcAft>
              <a:buSzPts val="2000"/>
              <a:buNone/>
              <a:defRPr sz="2000"/>
            </a:lvl7pPr>
            <a:lvl8pPr lvl="7" algn="ctr">
              <a:lnSpc>
                <a:spcPct val="90000"/>
              </a:lnSpc>
              <a:spcBef>
                <a:spcPts val="300"/>
              </a:spcBef>
              <a:spcAft>
                <a:spcPts val="0"/>
              </a:spcAft>
              <a:buSzPts val="2000"/>
              <a:buNone/>
              <a:defRPr sz="2000"/>
            </a:lvl8pPr>
            <a:lvl9pPr lvl="8" algn="ctr">
              <a:lnSpc>
                <a:spcPct val="90000"/>
              </a:lnSpc>
              <a:spcBef>
                <a:spcPts val="300"/>
              </a:spcBef>
              <a:spcAft>
                <a:spcPts val="300"/>
              </a:spcAft>
              <a:buSzPts val="2000"/>
              <a:buNone/>
              <a:defRPr sz="2000"/>
            </a:lvl9pPr>
          </a:lstStyle>
          <a:p/>
        </p:txBody>
      </p:sp>
      <p:sp>
        <p:nvSpPr>
          <p:cNvPr id="42" name="Google Shape;42;p29"/>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9"/>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A5A5A5"/>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1pPr>
            <a:lvl2pPr indent="0" lvl="1"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2pPr>
            <a:lvl3pPr indent="0" lvl="2"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3pPr>
            <a:lvl4pPr indent="0" lvl="3"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4pPr>
            <a:lvl5pPr indent="0" lvl="4"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5pPr>
            <a:lvl6pPr indent="0" lvl="5"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6pPr>
            <a:lvl7pPr indent="0" lvl="6"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7pPr>
            <a:lvl8pPr indent="0" lvl="7"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8pPr>
            <a:lvl9pPr indent="0" lvl="8" marL="0" algn="ctr">
              <a:spcBef>
                <a:spcPts val="0"/>
              </a:spcBef>
              <a:buNone/>
              <a:defRPr b="0" i="0" sz="3600" u="none" cap="none" strike="noStrike">
                <a:solidFill>
                  <a:srgbClr val="A5A5A5"/>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
        <p:nvSpPr>
          <p:cNvPr id="45" name="Google Shape;45;p29"/>
          <p:cNvSpPr/>
          <p:nvPr/>
        </p:nvSpPr>
        <p:spPr>
          <a:xfrm>
            <a:off x="0" y="0"/>
            <a:ext cx="457200"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6" name="Shape 46"/>
        <p:cNvGrpSpPr/>
        <p:nvPr/>
      </p:nvGrpSpPr>
      <p:grpSpPr>
        <a:xfrm>
          <a:off x="0" y="0"/>
          <a:ext cx="0" cy="0"/>
          <a:chOff x="0" y="0"/>
          <a:chExt cx="0" cy="0"/>
        </a:xfrm>
      </p:grpSpPr>
      <p:sp>
        <p:nvSpPr>
          <p:cNvPr id="47" name="Google Shape;47;p3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33"/>
          <p:cNvSpPr txBox="1"/>
          <p:nvPr>
            <p:ph idx="1" type="body"/>
          </p:nvPr>
        </p:nvSpPr>
        <p:spPr>
          <a:xfrm>
            <a:off x="1261872"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49" name="Google Shape;49;p33"/>
          <p:cNvSpPr txBox="1"/>
          <p:nvPr>
            <p:ph idx="2" type="body"/>
          </p:nvPr>
        </p:nvSpPr>
        <p:spPr>
          <a:xfrm>
            <a:off x="6126480" y="1828800"/>
            <a:ext cx="4480560" cy="4351337"/>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0" name="Google Shape;50;p33"/>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3"/>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3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4"/>
          <p:cNvSpPr txBox="1"/>
          <p:nvPr>
            <p:ph idx="1" type="body"/>
          </p:nvPr>
        </p:nvSpPr>
        <p:spPr>
          <a:xfrm>
            <a:off x="1261872"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56" name="Google Shape;56;p34"/>
          <p:cNvSpPr txBox="1"/>
          <p:nvPr>
            <p:ph idx="2" type="body"/>
          </p:nvPr>
        </p:nvSpPr>
        <p:spPr>
          <a:xfrm>
            <a:off x="1261872"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7" name="Google Shape;57;p34"/>
          <p:cNvSpPr txBox="1"/>
          <p:nvPr>
            <p:ph idx="3" type="body"/>
          </p:nvPr>
        </p:nvSpPr>
        <p:spPr>
          <a:xfrm>
            <a:off x="6126480" y="1713655"/>
            <a:ext cx="4480560" cy="731520"/>
          </a:xfrm>
          <a:prstGeom prst="rect">
            <a:avLst/>
          </a:prstGeom>
          <a:noFill/>
          <a:ln>
            <a:noFill/>
          </a:ln>
        </p:spPr>
        <p:txBody>
          <a:bodyPr anchorCtr="0" anchor="b" bIns="45700" lIns="91425" spcFirstLastPara="1" rIns="91425" wrap="square" tIns="45700">
            <a:normAutofit/>
          </a:bodyPr>
          <a:lstStyle>
            <a:lvl1pPr indent="-228600" lvl="0" marL="457200" algn="l">
              <a:lnSpc>
                <a:spcPct val="95000"/>
              </a:lnSpc>
              <a:spcBef>
                <a:spcPts val="0"/>
              </a:spcBef>
              <a:spcAft>
                <a:spcPts val="0"/>
              </a:spcAft>
              <a:buSzPts val="1600"/>
              <a:buNone/>
              <a:defRPr b="0" sz="2000">
                <a:solidFill>
                  <a:schemeClr val="dk2"/>
                </a:solidFill>
                <a:latin typeface="Century Schoolbook"/>
                <a:ea typeface="Century Schoolbook"/>
                <a:cs typeface="Century Schoolbook"/>
                <a:sym typeface="Century Schoolbook"/>
              </a:defRPr>
            </a:lvl1pPr>
            <a:lvl2pPr indent="-228600" lvl="1" marL="914400" algn="l">
              <a:lnSpc>
                <a:spcPct val="90000"/>
              </a:lnSpc>
              <a:spcBef>
                <a:spcPts val="300"/>
              </a:spcBef>
              <a:spcAft>
                <a:spcPts val="0"/>
              </a:spcAft>
              <a:buSzPts val="2000"/>
              <a:buNone/>
              <a:defRPr b="1" sz="2000"/>
            </a:lvl2pPr>
            <a:lvl3pPr indent="-228600" lvl="2" marL="1371600" algn="l">
              <a:lnSpc>
                <a:spcPct val="90000"/>
              </a:lnSpc>
              <a:spcBef>
                <a:spcPts val="300"/>
              </a:spcBef>
              <a:spcAft>
                <a:spcPts val="0"/>
              </a:spcAft>
              <a:buSzPts val="1800"/>
              <a:buNone/>
              <a:defRPr b="1" sz="1800"/>
            </a:lvl3pPr>
            <a:lvl4pPr indent="-228600" lvl="3" marL="1828800" algn="l">
              <a:lnSpc>
                <a:spcPct val="90000"/>
              </a:lnSpc>
              <a:spcBef>
                <a:spcPts val="300"/>
              </a:spcBef>
              <a:spcAft>
                <a:spcPts val="0"/>
              </a:spcAft>
              <a:buSzPts val="1600"/>
              <a:buNone/>
              <a:defRPr b="1" sz="1600"/>
            </a:lvl4pPr>
            <a:lvl5pPr indent="-228600" lvl="4" marL="2286000" algn="l">
              <a:lnSpc>
                <a:spcPct val="90000"/>
              </a:lnSpc>
              <a:spcBef>
                <a:spcPts val="300"/>
              </a:spcBef>
              <a:spcAft>
                <a:spcPts val="0"/>
              </a:spcAft>
              <a:buSzPts val="1600"/>
              <a:buNone/>
              <a:defRPr b="1" sz="1600"/>
            </a:lvl5pPr>
            <a:lvl6pPr indent="-228600" lvl="5" marL="2743200" algn="l">
              <a:lnSpc>
                <a:spcPct val="90000"/>
              </a:lnSpc>
              <a:spcBef>
                <a:spcPts val="300"/>
              </a:spcBef>
              <a:spcAft>
                <a:spcPts val="0"/>
              </a:spcAft>
              <a:buSzPts val="1600"/>
              <a:buNone/>
              <a:defRPr b="1" sz="1600"/>
            </a:lvl6pPr>
            <a:lvl7pPr indent="-228600" lvl="6" marL="3200400" algn="l">
              <a:lnSpc>
                <a:spcPct val="90000"/>
              </a:lnSpc>
              <a:spcBef>
                <a:spcPts val="300"/>
              </a:spcBef>
              <a:spcAft>
                <a:spcPts val="0"/>
              </a:spcAft>
              <a:buSzPts val="1600"/>
              <a:buNone/>
              <a:defRPr b="1" sz="1600"/>
            </a:lvl7pPr>
            <a:lvl8pPr indent="-228600" lvl="7" marL="3657600" algn="l">
              <a:lnSpc>
                <a:spcPct val="90000"/>
              </a:lnSpc>
              <a:spcBef>
                <a:spcPts val="300"/>
              </a:spcBef>
              <a:spcAft>
                <a:spcPts val="0"/>
              </a:spcAft>
              <a:buSzPts val="1600"/>
              <a:buNone/>
              <a:defRPr b="1" sz="1600"/>
            </a:lvl8pPr>
            <a:lvl9pPr indent="-228600" lvl="8" marL="4114800" algn="l">
              <a:lnSpc>
                <a:spcPct val="90000"/>
              </a:lnSpc>
              <a:spcBef>
                <a:spcPts val="300"/>
              </a:spcBef>
              <a:spcAft>
                <a:spcPts val="300"/>
              </a:spcAft>
              <a:buSzPts val="1600"/>
              <a:buNone/>
              <a:defRPr b="1" sz="1600"/>
            </a:lvl9pPr>
          </a:lstStyle>
          <a:p/>
        </p:txBody>
      </p:sp>
      <p:sp>
        <p:nvSpPr>
          <p:cNvPr id="58" name="Google Shape;58;p34"/>
          <p:cNvSpPr txBox="1"/>
          <p:nvPr>
            <p:ph idx="4" type="body"/>
          </p:nvPr>
        </p:nvSpPr>
        <p:spPr>
          <a:xfrm>
            <a:off x="6126480" y="2507550"/>
            <a:ext cx="4480560" cy="366465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sz="1800"/>
            </a:lvl1pPr>
            <a:lvl2pPr indent="-330200" lvl="1" marL="914400" algn="l">
              <a:lnSpc>
                <a:spcPct val="90000"/>
              </a:lnSpc>
              <a:spcBef>
                <a:spcPts val="300"/>
              </a:spcBef>
              <a:spcAft>
                <a:spcPts val="0"/>
              </a:spcAft>
              <a:buSzPts val="1600"/>
              <a:buChar char="●"/>
              <a:defRPr sz="1600"/>
            </a:lvl2pPr>
            <a:lvl3pPr indent="-317500" lvl="2" marL="1371600" algn="l">
              <a:lnSpc>
                <a:spcPct val="90000"/>
              </a:lnSpc>
              <a:spcBef>
                <a:spcPts val="300"/>
              </a:spcBef>
              <a:spcAft>
                <a:spcPts val="0"/>
              </a:spcAft>
              <a:buSzPts val="1400"/>
              <a:buChar char="●"/>
              <a:defRPr sz="14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59" name="Google Shape;59;p34"/>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4"/>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35"/>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5"/>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5"/>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36"/>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6"/>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37"/>
          <p:cNvSpPr txBox="1"/>
          <p:nvPr>
            <p:ph type="title"/>
          </p:nvPr>
        </p:nvSpPr>
        <p:spPr>
          <a:xfrm>
            <a:off x="841248" y="457200"/>
            <a:ext cx="320040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Schoolbook"/>
              <a:buNone/>
              <a:defRPr b="0"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7"/>
          <p:cNvSpPr txBox="1"/>
          <p:nvPr>
            <p:ph idx="1" type="body"/>
          </p:nvPr>
        </p:nvSpPr>
        <p:spPr>
          <a:xfrm>
            <a:off x="4504267" y="685800"/>
            <a:ext cx="6079066" cy="5486400"/>
          </a:xfrm>
          <a:prstGeom prst="rect">
            <a:avLst/>
          </a:prstGeom>
          <a:noFill/>
          <a:ln>
            <a:noFill/>
          </a:ln>
        </p:spPr>
        <p:txBody>
          <a:bodyPr anchorCtr="0" anchor="t" bIns="45700" lIns="91425" spcFirstLastPara="1" rIns="91425" wrap="square" tIns="45700">
            <a:normAutofit/>
          </a:bodyPr>
          <a:lstStyle>
            <a:lvl1pPr indent="-330200" lvl="0" marL="457200" algn="l">
              <a:lnSpc>
                <a:spcPct val="95000"/>
              </a:lnSpc>
              <a:spcBef>
                <a:spcPts val="1400"/>
              </a:spcBef>
              <a:spcAft>
                <a:spcPts val="0"/>
              </a:spcAft>
              <a:buSzPts val="1600"/>
              <a:buChar char="•"/>
              <a:defRPr sz="2000"/>
            </a:lvl1pPr>
            <a:lvl2pPr indent="-342900" lvl="1" marL="914400" algn="l">
              <a:lnSpc>
                <a:spcPct val="90000"/>
              </a:lnSpc>
              <a:spcBef>
                <a:spcPts val="300"/>
              </a:spcBef>
              <a:spcAft>
                <a:spcPts val="0"/>
              </a:spcAft>
              <a:buSzPts val="1800"/>
              <a:buChar char="●"/>
              <a:defRPr sz="1800"/>
            </a:lvl2pPr>
            <a:lvl3pPr indent="-330200" lvl="2" marL="1371600" algn="l">
              <a:lnSpc>
                <a:spcPct val="90000"/>
              </a:lnSpc>
              <a:spcBef>
                <a:spcPts val="300"/>
              </a:spcBef>
              <a:spcAft>
                <a:spcPts val="0"/>
              </a:spcAft>
              <a:buSzPts val="1600"/>
              <a:buChar char="●"/>
              <a:defRPr sz="1600"/>
            </a:lvl3pPr>
            <a:lvl4pPr indent="-317500" lvl="3" marL="1828800" algn="l">
              <a:lnSpc>
                <a:spcPct val="90000"/>
              </a:lnSpc>
              <a:spcBef>
                <a:spcPts val="300"/>
              </a:spcBef>
              <a:spcAft>
                <a:spcPts val="0"/>
              </a:spcAft>
              <a:buSzPts val="1400"/>
              <a:buChar char="●"/>
              <a:defRPr sz="1400"/>
            </a:lvl4pPr>
            <a:lvl5pPr indent="-317500" lvl="4" marL="2286000" algn="l">
              <a:lnSpc>
                <a:spcPct val="90000"/>
              </a:lnSpc>
              <a:spcBef>
                <a:spcPts val="300"/>
              </a:spcBef>
              <a:spcAft>
                <a:spcPts val="0"/>
              </a:spcAft>
              <a:buSzPts val="1400"/>
              <a:buChar char="●"/>
              <a:defRPr sz="1400"/>
            </a:lvl5pPr>
            <a:lvl6pPr indent="-317500" lvl="5" marL="2743200" algn="l">
              <a:lnSpc>
                <a:spcPct val="90000"/>
              </a:lnSpc>
              <a:spcBef>
                <a:spcPts val="300"/>
              </a:spcBef>
              <a:spcAft>
                <a:spcPts val="0"/>
              </a:spcAft>
              <a:buSzPts val="1400"/>
              <a:buChar char="●"/>
              <a:defRPr sz="1400"/>
            </a:lvl6pPr>
            <a:lvl7pPr indent="-317500" lvl="6" marL="3200400" algn="l">
              <a:lnSpc>
                <a:spcPct val="90000"/>
              </a:lnSpc>
              <a:spcBef>
                <a:spcPts val="300"/>
              </a:spcBef>
              <a:spcAft>
                <a:spcPts val="0"/>
              </a:spcAft>
              <a:buSzPts val="1400"/>
              <a:buChar char="●"/>
              <a:defRPr sz="1400"/>
            </a:lvl7pPr>
            <a:lvl8pPr indent="-317500" lvl="7" marL="3657600" algn="l">
              <a:lnSpc>
                <a:spcPct val="90000"/>
              </a:lnSpc>
              <a:spcBef>
                <a:spcPts val="300"/>
              </a:spcBef>
              <a:spcAft>
                <a:spcPts val="0"/>
              </a:spcAft>
              <a:buSzPts val="1400"/>
              <a:buChar char="●"/>
              <a:defRPr sz="1400"/>
            </a:lvl8pPr>
            <a:lvl9pPr indent="-317500" lvl="8" marL="4114800" algn="l">
              <a:lnSpc>
                <a:spcPct val="90000"/>
              </a:lnSpc>
              <a:spcBef>
                <a:spcPts val="300"/>
              </a:spcBef>
              <a:spcAft>
                <a:spcPts val="300"/>
              </a:spcAft>
              <a:buSzPts val="1400"/>
              <a:buChar char="●"/>
              <a:defRPr sz="1400"/>
            </a:lvl9pPr>
          </a:lstStyle>
          <a:p/>
        </p:txBody>
      </p:sp>
      <p:sp>
        <p:nvSpPr>
          <p:cNvPr id="74" name="Google Shape;74;p37"/>
          <p:cNvSpPr txBox="1"/>
          <p:nvPr>
            <p:ph idx="2" type="body"/>
          </p:nvPr>
        </p:nvSpPr>
        <p:spPr>
          <a:xfrm>
            <a:off x="841248" y="2099734"/>
            <a:ext cx="3200400" cy="3810001"/>
          </a:xfrm>
          <a:prstGeom prst="rect">
            <a:avLst/>
          </a:prstGeom>
          <a:noFill/>
          <a:ln>
            <a:noFill/>
          </a:ln>
        </p:spPr>
        <p:txBody>
          <a:bodyPr anchorCtr="0" anchor="t" bIns="45700" lIns="91425" spcFirstLastPara="1" rIns="91425" wrap="square" tIns="45700">
            <a:normAutofit/>
          </a:bodyPr>
          <a:lstStyle>
            <a:lvl1pPr indent="-228600" lvl="0" marL="457200" algn="l">
              <a:lnSpc>
                <a:spcPct val="114000"/>
              </a:lnSpc>
              <a:spcBef>
                <a:spcPts val="800"/>
              </a:spcBef>
              <a:spcAft>
                <a:spcPts val="0"/>
              </a:spcAft>
              <a:buSzPts val="1040"/>
              <a:buNone/>
              <a:defRPr sz="1300"/>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75" name="Google Shape;75;p37"/>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38"/>
          <p:cNvSpPr/>
          <p:nvPr/>
        </p:nvSpPr>
        <p:spPr>
          <a:xfrm>
            <a:off x="0" y="5105400"/>
            <a:ext cx="11292840" cy="17526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8"/>
          <p:cNvSpPr txBox="1"/>
          <p:nvPr>
            <p:ph type="title"/>
          </p:nvPr>
        </p:nvSpPr>
        <p:spPr>
          <a:xfrm>
            <a:off x="914400" y="5257800"/>
            <a:ext cx="99822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entury Schoolbook"/>
              <a:buNone/>
              <a:defRPr b="0"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38"/>
          <p:cNvSpPr/>
          <p:nvPr>
            <p:ph idx="2" type="pic"/>
          </p:nvPr>
        </p:nvSpPr>
        <p:spPr>
          <a:xfrm>
            <a:off x="0" y="0"/>
            <a:ext cx="11292840" cy="5128923"/>
          </a:xfrm>
          <a:prstGeom prst="rect">
            <a:avLst/>
          </a:prstGeom>
          <a:solidFill>
            <a:schemeClr val="accent1"/>
          </a:solidFill>
          <a:ln>
            <a:noFill/>
          </a:ln>
        </p:spPr>
      </p:sp>
      <p:sp>
        <p:nvSpPr>
          <p:cNvPr id="82" name="Google Shape;82;p38"/>
          <p:cNvSpPr txBox="1"/>
          <p:nvPr>
            <p:ph idx="1" type="body"/>
          </p:nvPr>
        </p:nvSpPr>
        <p:spPr>
          <a:xfrm>
            <a:off x="914400" y="6108589"/>
            <a:ext cx="9982200" cy="59701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800"/>
              </a:spcBef>
              <a:spcAft>
                <a:spcPts val="0"/>
              </a:spcAft>
              <a:buSzPts val="1040"/>
              <a:buNone/>
              <a:defRPr sz="1300">
                <a:solidFill>
                  <a:srgbClr val="D8D8D8"/>
                </a:solidFill>
              </a:defRPr>
            </a:lvl1pPr>
            <a:lvl2pPr indent="-228600" lvl="1" marL="914400" algn="l">
              <a:lnSpc>
                <a:spcPct val="90000"/>
              </a:lnSpc>
              <a:spcBef>
                <a:spcPts val="300"/>
              </a:spcBef>
              <a:spcAft>
                <a:spcPts val="0"/>
              </a:spcAft>
              <a:buSzPts val="1200"/>
              <a:buNone/>
              <a:defRPr sz="1200"/>
            </a:lvl2pPr>
            <a:lvl3pPr indent="-228600" lvl="2" marL="1371600" algn="l">
              <a:lnSpc>
                <a:spcPct val="90000"/>
              </a:lnSpc>
              <a:spcBef>
                <a:spcPts val="300"/>
              </a:spcBef>
              <a:spcAft>
                <a:spcPts val="0"/>
              </a:spcAft>
              <a:buSzPts val="1000"/>
              <a:buNone/>
              <a:defRPr sz="1000"/>
            </a:lvl3pPr>
            <a:lvl4pPr indent="-228600" lvl="3" marL="1828800" algn="l">
              <a:lnSpc>
                <a:spcPct val="90000"/>
              </a:lnSpc>
              <a:spcBef>
                <a:spcPts val="300"/>
              </a:spcBef>
              <a:spcAft>
                <a:spcPts val="0"/>
              </a:spcAft>
              <a:buSzPts val="900"/>
              <a:buNone/>
              <a:defRPr sz="900"/>
            </a:lvl4pPr>
            <a:lvl5pPr indent="-228600" lvl="4" marL="2286000" algn="l">
              <a:lnSpc>
                <a:spcPct val="90000"/>
              </a:lnSpc>
              <a:spcBef>
                <a:spcPts val="300"/>
              </a:spcBef>
              <a:spcAft>
                <a:spcPts val="0"/>
              </a:spcAft>
              <a:buSzPts val="900"/>
              <a:buNone/>
              <a:defRPr sz="900"/>
            </a:lvl5pPr>
            <a:lvl6pPr indent="-228600" lvl="5" marL="2743200" algn="l">
              <a:lnSpc>
                <a:spcPct val="90000"/>
              </a:lnSpc>
              <a:spcBef>
                <a:spcPts val="300"/>
              </a:spcBef>
              <a:spcAft>
                <a:spcPts val="0"/>
              </a:spcAft>
              <a:buSzPts val="900"/>
              <a:buNone/>
              <a:defRPr sz="900"/>
            </a:lvl6pPr>
            <a:lvl7pPr indent="-228600" lvl="6" marL="3200400" algn="l">
              <a:lnSpc>
                <a:spcPct val="90000"/>
              </a:lnSpc>
              <a:spcBef>
                <a:spcPts val="300"/>
              </a:spcBef>
              <a:spcAft>
                <a:spcPts val="0"/>
              </a:spcAft>
              <a:buSzPts val="900"/>
              <a:buNone/>
              <a:defRPr sz="900"/>
            </a:lvl7pPr>
            <a:lvl8pPr indent="-228600" lvl="7" marL="3657600" algn="l">
              <a:lnSpc>
                <a:spcPct val="90000"/>
              </a:lnSpc>
              <a:spcBef>
                <a:spcPts val="300"/>
              </a:spcBef>
              <a:spcAft>
                <a:spcPts val="0"/>
              </a:spcAft>
              <a:buSzPts val="900"/>
              <a:buNone/>
              <a:defRPr sz="900"/>
            </a:lvl8pPr>
            <a:lvl9pPr indent="-228600" lvl="8" marL="4114800" algn="l">
              <a:lnSpc>
                <a:spcPct val="90000"/>
              </a:lnSpc>
              <a:spcBef>
                <a:spcPts val="300"/>
              </a:spcBef>
              <a:spcAft>
                <a:spcPts val="300"/>
              </a:spcAft>
              <a:buSzPts val="900"/>
              <a:buNone/>
              <a:defRPr sz="900"/>
            </a:lvl9pPr>
          </a:lstStyle>
          <a:p/>
        </p:txBody>
      </p:sp>
      <p:sp>
        <p:nvSpPr>
          <p:cNvPr id="83" name="Google Shape;83;p38"/>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8"/>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8"/>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6" name="Shape 86"/>
        <p:cNvGrpSpPr/>
        <p:nvPr/>
      </p:nvGrpSpPr>
      <p:grpSpPr>
        <a:xfrm>
          <a:off x="0" y="0"/>
          <a:ext cx="0" cy="0"/>
          <a:chOff x="0" y="0"/>
          <a:chExt cx="0" cy="0"/>
        </a:xfrm>
      </p:grpSpPr>
      <p:sp>
        <p:nvSpPr>
          <p:cNvPr id="87" name="Google Shape;87;p39"/>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39"/>
          <p:cNvSpPr txBox="1"/>
          <p:nvPr>
            <p:ph idx="1" type="body"/>
          </p:nvPr>
        </p:nvSpPr>
        <p:spPr>
          <a:xfrm rot="5400000">
            <a:off x="3383884" y="-293212"/>
            <a:ext cx="4351337" cy="859536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89" name="Google Shape;89;p39"/>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39"/>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9"/>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2" name="Shape 92"/>
        <p:cNvGrpSpPr/>
        <p:nvPr/>
      </p:nvGrpSpPr>
      <p:grpSpPr>
        <a:xfrm>
          <a:off x="0" y="0"/>
          <a:ext cx="0" cy="0"/>
          <a:chOff x="0" y="0"/>
          <a:chExt cx="0" cy="0"/>
        </a:xfrm>
      </p:grpSpPr>
      <p:sp>
        <p:nvSpPr>
          <p:cNvPr id="93" name="Google Shape;93;p40"/>
          <p:cNvSpPr txBox="1"/>
          <p:nvPr>
            <p:ph type="title"/>
          </p:nvPr>
        </p:nvSpPr>
        <p:spPr>
          <a:xfrm rot="5400000">
            <a:off x="6938169" y="2091531"/>
            <a:ext cx="5897562" cy="2476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40"/>
          <p:cNvSpPr txBox="1"/>
          <p:nvPr>
            <p:ph idx="1" type="body"/>
          </p:nvPr>
        </p:nvSpPr>
        <p:spPr>
          <a:xfrm rot="5400000">
            <a:off x="1680369" y="-537369"/>
            <a:ext cx="5897562" cy="7734300"/>
          </a:xfrm>
          <a:prstGeom prst="rect">
            <a:avLst/>
          </a:prstGeom>
          <a:noFill/>
          <a:ln>
            <a:noFill/>
          </a:ln>
        </p:spPr>
        <p:txBody>
          <a:bodyPr anchorCtr="0" anchor="t" bIns="45700" lIns="91425" spcFirstLastPara="1" rIns="91425" wrap="square" tIns="45700">
            <a:normAutofit/>
          </a:bodyPr>
          <a:lstStyle>
            <a:lvl1pPr indent="-320040" lvl="0" marL="457200" algn="l">
              <a:lnSpc>
                <a:spcPct val="95000"/>
              </a:lnSpc>
              <a:spcBef>
                <a:spcPts val="1400"/>
              </a:spcBef>
              <a:spcAft>
                <a:spcPts val="0"/>
              </a:spcAft>
              <a:buSzPts val="1440"/>
              <a:buChar char="•"/>
              <a:defRPr/>
            </a:lvl1pPr>
            <a:lvl2pPr indent="-342900" lvl="1" marL="914400" algn="l">
              <a:lnSpc>
                <a:spcPct val="90000"/>
              </a:lnSpc>
              <a:spcBef>
                <a:spcPts val="300"/>
              </a:spcBef>
              <a:spcAft>
                <a:spcPts val="0"/>
              </a:spcAft>
              <a:buSzPts val="1800"/>
              <a:buChar char="●"/>
              <a:defRPr/>
            </a:lvl2pPr>
            <a:lvl3pPr indent="-342900" lvl="2" marL="1371600" algn="l">
              <a:lnSpc>
                <a:spcPct val="90000"/>
              </a:lnSpc>
              <a:spcBef>
                <a:spcPts val="300"/>
              </a:spcBef>
              <a:spcAft>
                <a:spcPts val="0"/>
              </a:spcAft>
              <a:buSzPts val="1800"/>
              <a:buChar char="●"/>
              <a:defRPr/>
            </a:lvl3pPr>
            <a:lvl4pPr indent="-342900" lvl="3" marL="1828800" algn="l">
              <a:lnSpc>
                <a:spcPct val="90000"/>
              </a:lnSpc>
              <a:spcBef>
                <a:spcPts val="300"/>
              </a:spcBef>
              <a:spcAft>
                <a:spcPts val="0"/>
              </a:spcAft>
              <a:buSzPts val="1800"/>
              <a:buChar char="●"/>
              <a:defRPr/>
            </a:lvl4pPr>
            <a:lvl5pPr indent="-342900" lvl="4" marL="2286000" algn="l">
              <a:lnSpc>
                <a:spcPct val="90000"/>
              </a:lnSpc>
              <a:spcBef>
                <a:spcPts val="300"/>
              </a:spcBef>
              <a:spcAft>
                <a:spcPts val="0"/>
              </a:spcAft>
              <a:buSzPts val="1800"/>
              <a:buChar char="●"/>
              <a:defRPr/>
            </a:lvl5pPr>
            <a:lvl6pPr indent="-342900" lvl="5" marL="2743200" algn="l">
              <a:lnSpc>
                <a:spcPct val="90000"/>
              </a:lnSpc>
              <a:spcBef>
                <a:spcPts val="300"/>
              </a:spcBef>
              <a:spcAft>
                <a:spcPts val="0"/>
              </a:spcAft>
              <a:buSzPts val="1800"/>
              <a:buChar char="●"/>
              <a:defRPr/>
            </a:lvl6pPr>
            <a:lvl7pPr indent="-342900" lvl="6" marL="3200400" algn="l">
              <a:lnSpc>
                <a:spcPct val="90000"/>
              </a:lnSpc>
              <a:spcBef>
                <a:spcPts val="300"/>
              </a:spcBef>
              <a:spcAft>
                <a:spcPts val="0"/>
              </a:spcAft>
              <a:buSzPts val="1800"/>
              <a:buChar char="●"/>
              <a:defRPr/>
            </a:lvl7pPr>
            <a:lvl8pPr indent="-342900" lvl="7" marL="3657600" algn="l">
              <a:lnSpc>
                <a:spcPct val="90000"/>
              </a:lnSpc>
              <a:spcBef>
                <a:spcPts val="300"/>
              </a:spcBef>
              <a:spcAft>
                <a:spcPts val="0"/>
              </a:spcAft>
              <a:buSzPts val="1800"/>
              <a:buChar char="●"/>
              <a:defRPr/>
            </a:lvl8pPr>
            <a:lvl9pPr indent="-342900" lvl="8" marL="4114800" algn="l">
              <a:lnSpc>
                <a:spcPct val="90000"/>
              </a:lnSpc>
              <a:spcBef>
                <a:spcPts val="300"/>
              </a:spcBef>
              <a:spcAft>
                <a:spcPts val="300"/>
              </a:spcAft>
              <a:buSzPts val="1800"/>
              <a:buChar char="●"/>
              <a:defRPr/>
            </a:lvl9pPr>
          </a:lstStyle>
          <a:p/>
        </p:txBody>
      </p:sp>
      <p:sp>
        <p:nvSpPr>
          <p:cNvPr id="95" name="Google Shape;95;p40"/>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40"/>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0"/>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28"/>
          <p:cNvSpPr/>
          <p:nvPr/>
        </p:nvSpPr>
        <p:spPr>
          <a:xfrm>
            <a:off x="11292840" y="0"/>
            <a:ext cx="914400" cy="6858000"/>
          </a:xfrm>
          <a:prstGeom prst="rect">
            <a:avLst/>
          </a:prstGeom>
          <a:solidFill>
            <a:srgbClr val="A7A1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 name="Google Shape;7;p28"/>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entury Schoolbook"/>
              <a:buNone/>
              <a:defRPr b="0" i="0" sz="4400" u="none" cap="none" strike="noStrike">
                <a:solidFill>
                  <a:schemeClr val="lt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28"/>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lt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FEFEFE"/>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FEFEFE"/>
                </a:solidFill>
                <a:latin typeface="Century Schoolbook"/>
                <a:ea typeface="Century Schoolbook"/>
                <a:cs typeface="Century Schoolbook"/>
                <a:sym typeface="Century Schoolbook"/>
              </a:defRPr>
            </a:lvl9pPr>
          </a:lstStyle>
          <a:p/>
        </p:txBody>
      </p:sp>
      <p:sp>
        <p:nvSpPr>
          <p:cNvPr id="9" name="Google Shape;9;p28"/>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0" name="Google Shape;10;p28"/>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F6F5F4"/>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lt1"/>
                </a:solidFill>
                <a:latin typeface="Century Schoolbook"/>
                <a:ea typeface="Century Schoolbook"/>
                <a:cs typeface="Century Schoolbook"/>
                <a:sym typeface="Century Schoolbook"/>
              </a:defRPr>
            </a:lvl9pPr>
          </a:lstStyle>
          <a:p/>
        </p:txBody>
      </p:sp>
      <p:sp>
        <p:nvSpPr>
          <p:cNvPr id="11" name="Google Shape;11;p28"/>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1pPr>
            <a:lvl2pPr indent="0" lvl="1"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2pPr>
            <a:lvl3pPr indent="0" lvl="2"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3pPr>
            <a:lvl4pPr indent="0" lvl="3"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4pPr>
            <a:lvl5pPr indent="0" lvl="4"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5pPr>
            <a:lvl6pPr indent="0" lvl="5"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6pPr>
            <a:lvl7pPr indent="0" lvl="6"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7pPr>
            <a:lvl8pPr indent="0" lvl="7"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8pPr>
            <a:lvl9pPr indent="0" lvl="8" marL="0" marR="0" rtl="0" algn="ctr">
              <a:spcBef>
                <a:spcPts val="0"/>
              </a:spcBef>
              <a:buNone/>
              <a:defRPr b="0" i="0" sz="3600" u="none" cap="none" strike="noStrike">
                <a:solidFill>
                  <a:srgbClr val="E6E4D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27"/>
          <p:cNvSpPr/>
          <p:nvPr/>
        </p:nvSpPr>
        <p:spPr>
          <a:xfrm>
            <a:off x="11292840" y="0"/>
            <a:ext cx="914400" cy="6858000"/>
          </a:xfrm>
          <a:prstGeom prst="rect">
            <a:avLst/>
          </a:prstGeom>
          <a:solidFill>
            <a:srgbClr val="3434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Schoolbook"/>
              <a:buNone/>
              <a:defRPr b="0" i="0" sz="4400" u="none" cap="none" strike="noStrike">
                <a:solidFill>
                  <a:schemeClr val="dk1"/>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27"/>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lvl1pPr indent="-320040" lvl="0" marL="457200" marR="0" rtl="0" algn="l">
              <a:lnSpc>
                <a:spcPct val="95000"/>
              </a:lnSpc>
              <a:spcBef>
                <a:spcPts val="1400"/>
              </a:spcBef>
              <a:spcAft>
                <a:spcPts val="0"/>
              </a:spcAft>
              <a:buClr>
                <a:schemeClr val="accent1"/>
              </a:buClr>
              <a:buSzPts val="1440"/>
              <a:buFont typeface="Arial"/>
              <a:buChar char="•"/>
              <a:defRPr b="0" i="0" sz="1800" u="none" cap="none" strike="noStrike">
                <a:solidFill>
                  <a:schemeClr val="dk1"/>
                </a:solidFill>
                <a:latin typeface="Century Schoolbook"/>
                <a:ea typeface="Century Schoolbook"/>
                <a:cs typeface="Century Schoolbook"/>
                <a:sym typeface="Century Schoolbook"/>
              </a:defRPr>
            </a:lvl1pPr>
            <a:lvl2pPr indent="-330200" lvl="1" marL="914400" marR="0" rtl="0" algn="l">
              <a:lnSpc>
                <a:spcPct val="90000"/>
              </a:lnSpc>
              <a:spcBef>
                <a:spcPts val="300"/>
              </a:spcBef>
              <a:spcAft>
                <a:spcPts val="0"/>
              </a:spcAft>
              <a:buClr>
                <a:schemeClr val="accent1"/>
              </a:buClr>
              <a:buSzPts val="1600"/>
              <a:buFont typeface="Noto Sans Symbols"/>
              <a:buChar char="●"/>
              <a:defRPr b="0" i="0" sz="1600" u="none" cap="none" strike="noStrike">
                <a:solidFill>
                  <a:srgbClr val="262626"/>
                </a:solidFill>
                <a:latin typeface="Century Schoolbook"/>
                <a:ea typeface="Century Schoolbook"/>
                <a:cs typeface="Century Schoolbook"/>
                <a:sym typeface="Century Schoolbook"/>
              </a:defRPr>
            </a:lvl2pPr>
            <a:lvl3pPr indent="-317500" lvl="2" marL="1371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3pPr>
            <a:lvl4pPr indent="-317500" lvl="3" marL="18288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4pPr>
            <a:lvl5pPr indent="-317500" lvl="4" marL="22860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5pPr>
            <a:lvl6pPr indent="-317500" lvl="5" marL="27432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6pPr>
            <a:lvl7pPr indent="-317500" lvl="6" marL="32004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7pPr>
            <a:lvl8pPr indent="-317500" lvl="7" marL="3657600" marR="0" rtl="0" algn="l">
              <a:lnSpc>
                <a:spcPct val="90000"/>
              </a:lnSpc>
              <a:spcBef>
                <a:spcPts val="300"/>
              </a:spcBef>
              <a:spcAft>
                <a:spcPts val="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8pPr>
            <a:lvl9pPr indent="-317500" lvl="8" marL="4114800" marR="0" rtl="0" algn="l">
              <a:lnSpc>
                <a:spcPct val="90000"/>
              </a:lnSpc>
              <a:spcBef>
                <a:spcPts val="300"/>
              </a:spcBef>
              <a:spcAft>
                <a:spcPts val="300"/>
              </a:spcAft>
              <a:buClr>
                <a:schemeClr val="accent1"/>
              </a:buClr>
              <a:buSzPts val="1400"/>
              <a:buFont typeface="Noto Sans Symbols"/>
              <a:buChar char="●"/>
              <a:defRPr b="0" i="0" sz="1400" u="none" cap="none" strike="noStrike">
                <a:solidFill>
                  <a:srgbClr val="262626"/>
                </a:solidFill>
                <a:latin typeface="Century Schoolbook"/>
                <a:ea typeface="Century Schoolbook"/>
                <a:cs typeface="Century Schoolbook"/>
                <a:sym typeface="Century Schoolbook"/>
              </a:defRPr>
            </a:lvl9pPr>
          </a:lstStyle>
          <a:p/>
        </p:txBody>
      </p:sp>
      <p:sp>
        <p:nvSpPr>
          <p:cNvPr id="23" name="Google Shape;23;p27"/>
          <p:cNvSpPr txBox="1"/>
          <p:nvPr>
            <p:ph idx="10" type="dt"/>
          </p:nvPr>
        </p:nvSpPr>
        <p:spPr>
          <a:xfrm rot="-5400000">
            <a:off x="10797542" y="998537"/>
            <a:ext cx="19049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4" name="Google Shape;24;p27"/>
          <p:cNvSpPr txBox="1"/>
          <p:nvPr>
            <p:ph idx="11" type="ftr"/>
          </p:nvPr>
        </p:nvSpPr>
        <p:spPr>
          <a:xfrm rot="-5400000">
            <a:off x="9959341" y="4046537"/>
            <a:ext cx="3581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DADADA"/>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25" name="Google Shape;25;p27"/>
          <p:cNvSpPr txBox="1"/>
          <p:nvPr>
            <p:ph idx="12" type="sldNum"/>
          </p:nvPr>
        </p:nvSpPr>
        <p:spPr>
          <a:xfrm>
            <a:off x="11292840" y="6172200"/>
            <a:ext cx="914400" cy="593725"/>
          </a:xfrm>
          <a:prstGeom prst="rect">
            <a:avLst/>
          </a:prstGeom>
          <a:noFill/>
          <a:ln>
            <a:noFill/>
          </a:ln>
        </p:spPr>
        <p:txBody>
          <a:bodyPr anchorCtr="0" anchor="ctr" bIns="45700" lIns="45700" spcFirstLastPara="1" rIns="45700" wrap="square" tIns="45700">
            <a:normAutofit/>
          </a:bodyPr>
          <a:lstStyle>
            <a:lvl1pPr indent="0" lvl="0"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1pPr>
            <a:lvl2pPr indent="0" lvl="1"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2pPr>
            <a:lvl3pPr indent="0" lvl="2"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3pPr>
            <a:lvl4pPr indent="0" lvl="3"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4pPr>
            <a:lvl5pPr indent="0" lvl="4"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5pPr>
            <a:lvl6pPr indent="0" lvl="5"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6pPr>
            <a:lvl7pPr indent="0" lvl="6"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7pPr>
            <a:lvl8pPr indent="0" lvl="7"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8pPr>
            <a:lvl9pPr indent="0" lvl="8" marL="0" marR="0" rtl="0" algn="ctr">
              <a:spcBef>
                <a:spcPts val="0"/>
              </a:spcBef>
              <a:buNone/>
              <a:defRPr b="0" i="0" sz="3600" u="none" cap="none" strike="noStrike">
                <a:solidFill>
                  <a:srgbClr val="8E8E93"/>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jpg"/><Relationship Id="rId4" Type="http://schemas.openxmlformats.org/officeDocument/2006/relationships/image" Target="../media/image8.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jpg"/><Relationship Id="rId4"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ph type="ctr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lt1"/>
              </a:buClr>
              <a:buSzPts val="7200"/>
              <a:buFont typeface="Century Schoolbook"/>
              <a:buNone/>
            </a:pPr>
            <a:r>
              <a:rPr lang="en-US"/>
              <a:t>REVOLUTIONIZING SPACE TRAVEL</a:t>
            </a:r>
            <a:endParaRPr/>
          </a:p>
        </p:txBody>
      </p:sp>
      <p:sp>
        <p:nvSpPr>
          <p:cNvPr id="103" name="Google Shape;103;p1"/>
          <p:cNvSpPr txBox="1"/>
          <p:nvPr>
            <p:ph idx="1" type="subTitle"/>
          </p:nvPr>
        </p:nvSpPr>
        <p:spPr>
          <a:xfrm>
            <a:off x="1261872" y="4800600"/>
            <a:ext cx="9418320" cy="169164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1760"/>
              <a:buNone/>
            </a:pPr>
            <a:r>
              <a:rPr lang="en-US"/>
              <a:t>Muhammad Talha Khaskheli</a:t>
            </a:r>
            <a:endParaRPr/>
          </a:p>
          <a:p>
            <a:pPr indent="0" lvl="0" marL="0" rtl="0" algn="l">
              <a:lnSpc>
                <a:spcPct val="95000"/>
              </a:lnSpc>
              <a:spcBef>
                <a:spcPts val="1600"/>
              </a:spcBef>
              <a:spcAft>
                <a:spcPts val="0"/>
              </a:spcAft>
              <a:buSzPts val="1760"/>
              <a:buNone/>
            </a:pPr>
            <a:r>
              <a:rPr lang="en-US"/>
              <a:t>Dated: May/2/2025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07" name="Shape 107"/>
        <p:cNvGrpSpPr/>
        <p:nvPr/>
      </p:nvGrpSpPr>
      <p:grpSpPr>
        <a:xfrm>
          <a:off x="0" y="0"/>
          <a:ext cx="0" cy="0"/>
          <a:chOff x="0" y="0"/>
          <a:chExt cx="0" cy="0"/>
        </a:xfrm>
      </p:grpSpPr>
      <p:sp>
        <p:nvSpPr>
          <p:cNvPr id="108" name="Google Shape;108;p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Table of Contents</a:t>
            </a:r>
            <a:endParaRPr/>
          </a:p>
        </p:txBody>
      </p:sp>
      <p:sp>
        <p:nvSpPr>
          <p:cNvPr id="109" name="Google Shape;109;p2"/>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760"/>
              <a:buChar char="•"/>
            </a:pPr>
            <a:r>
              <a:rPr lang="en-US" sz="2200">
                <a:solidFill>
                  <a:srgbClr val="535357"/>
                </a:solidFill>
              </a:rPr>
              <a:t>Executive Summary</a:t>
            </a:r>
            <a:endParaRPr/>
          </a:p>
          <a:p>
            <a:pPr indent="-182880" lvl="0" marL="182880" rtl="0" algn="l">
              <a:lnSpc>
                <a:spcPct val="95000"/>
              </a:lnSpc>
              <a:spcBef>
                <a:spcPts val="1600"/>
              </a:spcBef>
              <a:spcAft>
                <a:spcPts val="0"/>
              </a:spcAft>
              <a:buSzPts val="1760"/>
              <a:buChar char="•"/>
            </a:pPr>
            <a:r>
              <a:rPr lang="en-US" sz="2200">
                <a:solidFill>
                  <a:srgbClr val="535357"/>
                </a:solidFill>
              </a:rPr>
              <a:t>Introduction</a:t>
            </a:r>
            <a:endParaRPr/>
          </a:p>
          <a:p>
            <a:pPr indent="-182880" lvl="0" marL="182880" rtl="0" algn="l">
              <a:lnSpc>
                <a:spcPct val="95000"/>
              </a:lnSpc>
              <a:spcBef>
                <a:spcPts val="1600"/>
              </a:spcBef>
              <a:spcAft>
                <a:spcPts val="0"/>
              </a:spcAft>
              <a:buSzPts val="1760"/>
              <a:buChar char="•"/>
            </a:pPr>
            <a:r>
              <a:rPr lang="en-US" sz="2200">
                <a:solidFill>
                  <a:srgbClr val="535357"/>
                </a:solidFill>
              </a:rPr>
              <a:t>Methodology</a:t>
            </a:r>
            <a:endParaRPr/>
          </a:p>
          <a:p>
            <a:pPr indent="-182880" lvl="0" marL="182880" rtl="0" algn="l">
              <a:lnSpc>
                <a:spcPct val="95000"/>
              </a:lnSpc>
              <a:spcBef>
                <a:spcPts val="1600"/>
              </a:spcBef>
              <a:spcAft>
                <a:spcPts val="0"/>
              </a:spcAft>
              <a:buSzPts val="1760"/>
              <a:buChar char="•"/>
            </a:pPr>
            <a:r>
              <a:rPr lang="en-US" sz="2200">
                <a:solidFill>
                  <a:srgbClr val="535357"/>
                </a:solidFill>
              </a:rPr>
              <a:t>Results and Insights</a:t>
            </a:r>
            <a:endParaRPr/>
          </a:p>
          <a:p>
            <a:pPr indent="-182880" lvl="0" marL="182880" rtl="0" algn="l">
              <a:lnSpc>
                <a:spcPct val="95000"/>
              </a:lnSpc>
              <a:spcBef>
                <a:spcPts val="1600"/>
              </a:spcBef>
              <a:spcAft>
                <a:spcPts val="0"/>
              </a:spcAft>
              <a:buSzPts val="1760"/>
              <a:buChar char="•"/>
            </a:pPr>
            <a:r>
              <a:rPr lang="en-US" sz="2200">
                <a:solidFill>
                  <a:srgbClr val="535357"/>
                </a:solidFill>
              </a:rPr>
              <a:t>Conclusion</a:t>
            </a:r>
            <a:endParaRPr/>
          </a:p>
          <a:p>
            <a:pPr indent="-182880" lvl="0" marL="182880" rtl="0" algn="l">
              <a:lnSpc>
                <a:spcPct val="95000"/>
              </a:lnSpc>
              <a:spcBef>
                <a:spcPts val="1600"/>
              </a:spcBef>
              <a:spcAft>
                <a:spcPts val="0"/>
              </a:spcAft>
              <a:buSzPts val="1760"/>
              <a:buChar char="•"/>
            </a:pPr>
            <a:r>
              <a:rPr lang="en-US" sz="2200">
                <a:solidFill>
                  <a:srgbClr val="535357"/>
                </a:solidFill>
              </a:rPr>
              <a:t>Appendix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13" name="Shape 113"/>
        <p:cNvGrpSpPr/>
        <p:nvPr/>
      </p:nvGrpSpPr>
      <p:grpSpPr>
        <a:xfrm>
          <a:off x="0" y="0"/>
          <a:ext cx="0" cy="0"/>
          <a:chOff x="0" y="0"/>
          <a:chExt cx="0" cy="0"/>
        </a:xfrm>
      </p:grpSpPr>
      <p:sp>
        <p:nvSpPr>
          <p:cNvPr id="114" name="Google Shape;114;p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Executive Summary</a:t>
            </a:r>
            <a:endParaRPr/>
          </a:p>
        </p:txBody>
      </p:sp>
      <p:sp>
        <p:nvSpPr>
          <p:cNvPr id="115" name="Google Shape;115;p3"/>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1760"/>
              <a:buNone/>
            </a:pPr>
            <a:r>
              <a:rPr lang="en-US" sz="2200">
                <a:solidFill>
                  <a:srgbClr val="535357"/>
                </a:solidFill>
              </a:rPr>
              <a:t>The data analysis involved gathering data through web scraping and the SpaceX API, conducting Exploratory Data Analysis (EDA), encompassing tasks like data preprocessing, visualization, and interactive visual analytics and employing Machine Learning for predictive analysis.</a:t>
            </a:r>
            <a:endParaRPr/>
          </a:p>
          <a:p>
            <a:pPr indent="0" lvl="0" marL="0" rtl="0" algn="l">
              <a:lnSpc>
                <a:spcPct val="95000"/>
              </a:lnSpc>
              <a:spcBef>
                <a:spcPts val="1600"/>
              </a:spcBef>
              <a:spcAft>
                <a:spcPts val="0"/>
              </a:spcAft>
              <a:buSzPts val="1760"/>
              <a:buNone/>
            </a:pPr>
            <a:r>
              <a:rPr lang="en-US" sz="2200">
                <a:solidFill>
                  <a:srgbClr val="535357"/>
                </a:solidFill>
              </a:rPr>
              <a:t>The outcomes of this analysis are the acquisition of meaningful data from publicly available sources was successfully achieved, the EDA facilitated the identification of prime predictors for launch success and Machine Learning Prediction unveiled the optimal model for forecasting launch outcome based on specific attributes.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19" name="Shape 119"/>
        <p:cNvGrpSpPr/>
        <p:nvPr/>
      </p:nvGrpSpPr>
      <p:grpSpPr>
        <a:xfrm>
          <a:off x="0" y="0"/>
          <a:ext cx="0" cy="0"/>
          <a:chOff x="0" y="0"/>
          <a:chExt cx="0" cy="0"/>
        </a:xfrm>
      </p:grpSpPr>
      <p:sp>
        <p:nvSpPr>
          <p:cNvPr id="120" name="Google Shape;120;p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Introduction</a:t>
            </a:r>
            <a:endParaRPr/>
          </a:p>
        </p:txBody>
      </p:sp>
      <p:sp>
        <p:nvSpPr>
          <p:cNvPr id="121" name="Google Shape;121;p4"/>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760"/>
              <a:buChar char="•"/>
            </a:pPr>
            <a:r>
              <a:rPr lang="en-US" sz="2200">
                <a:solidFill>
                  <a:srgbClr val="535357"/>
                </a:solidFill>
              </a:rPr>
              <a:t>The analysis of data encompassed various methodologies, including data collection through web scraping and the SpaceX API, followed by Exploratory Data Analysis (EDA) involving tasks such as data wrangling, visualization, and interactive visual analytics.</a:t>
            </a:r>
            <a:endParaRPr/>
          </a:p>
          <a:p>
            <a:pPr indent="-182880" lvl="0" marL="182880" rtl="0" algn="l">
              <a:lnSpc>
                <a:spcPct val="95000"/>
              </a:lnSpc>
              <a:spcBef>
                <a:spcPts val="1600"/>
              </a:spcBef>
              <a:spcAft>
                <a:spcPts val="0"/>
              </a:spcAft>
              <a:buSzPts val="1760"/>
              <a:buChar char="•"/>
            </a:pPr>
            <a:r>
              <a:rPr lang="en-US" sz="2200">
                <a:solidFill>
                  <a:srgbClr val="535357"/>
                </a:solidFill>
              </a:rPr>
              <a:t>Subsequently, Machine Learning Prediction was applied to the dataset. The results were summarized, highlighting the successful acquisition of valuable information from public sources, the EDA's role in identifying key predictive features for launch success, and the Machine Learning Prediction model's effectiveness in forecasting launch outcomes based on specific characteristics.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25" name="Shape 125"/>
        <p:cNvGrpSpPr/>
        <p:nvPr/>
      </p:nvGrpSpPr>
      <p:grpSpPr>
        <a:xfrm>
          <a:off x="0" y="0"/>
          <a:ext cx="0" cy="0"/>
          <a:chOff x="0" y="0"/>
          <a:chExt cx="0" cy="0"/>
        </a:xfrm>
      </p:grpSpPr>
      <p:sp>
        <p:nvSpPr>
          <p:cNvPr id="126" name="Google Shape;126;p5"/>
          <p:cNvSpPr txBox="1"/>
          <p:nvPr>
            <p:ph type="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7200"/>
              <a:buFont typeface="Century Schoolbook"/>
              <a:buNone/>
            </a:pPr>
            <a:r>
              <a:rPr lang="en-US"/>
              <a:t>Methodology</a:t>
            </a:r>
            <a:endParaRPr/>
          </a:p>
        </p:txBody>
      </p:sp>
      <p:pic>
        <p:nvPicPr>
          <p:cNvPr descr="turned on black and grey laptop computer" id="127" name="Google Shape;127;p5"/>
          <p:cNvPicPr preferRelativeResize="0"/>
          <p:nvPr/>
        </p:nvPicPr>
        <p:blipFill rotWithShape="1">
          <a:blip r:embed="rId3">
            <a:alphaModFix/>
          </a:blip>
          <a:srcRect b="0" l="0" r="0" t="0"/>
          <a:stretch/>
        </p:blipFill>
        <p:spPr>
          <a:xfrm>
            <a:off x="6731617" y="758952"/>
            <a:ext cx="3423847" cy="226658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31" name="Shape 131"/>
        <p:cNvGrpSpPr/>
        <p:nvPr/>
      </p:nvGrpSpPr>
      <p:grpSpPr>
        <a:xfrm>
          <a:off x="0" y="0"/>
          <a:ext cx="0" cy="0"/>
          <a:chOff x="0" y="0"/>
          <a:chExt cx="0" cy="0"/>
        </a:xfrm>
      </p:grpSpPr>
      <p:sp>
        <p:nvSpPr>
          <p:cNvPr id="132" name="Google Shape;132;p6"/>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Methodology Overview</a:t>
            </a:r>
            <a:endParaRPr/>
          </a:p>
        </p:txBody>
      </p:sp>
      <p:sp>
        <p:nvSpPr>
          <p:cNvPr id="133" name="Google Shape;133;p6"/>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760"/>
              <a:buChar char="•"/>
            </a:pPr>
            <a:r>
              <a:rPr lang="en-US" sz="2200">
                <a:solidFill>
                  <a:srgbClr val="535357"/>
                </a:solidFill>
              </a:rPr>
              <a:t>Data sets were collected from Space X API ( https://api.spacexdata.com/v4/rockets/ rockets) and from Wikipedia (https://en.wikipedia.org/wiki/List_of_Falcon/_9/_and_ Falcon_ Heavy_launches), using web scraping technics.</a:t>
            </a:r>
            <a:endParaRPr/>
          </a:p>
          <a:p>
            <a:pPr indent="-182880" lvl="0" marL="182880" rtl="0" algn="l">
              <a:lnSpc>
                <a:spcPct val="95000"/>
              </a:lnSpc>
              <a:spcBef>
                <a:spcPts val="1600"/>
              </a:spcBef>
              <a:spcAft>
                <a:spcPts val="0"/>
              </a:spcAft>
              <a:buSzPts val="1760"/>
              <a:buChar char="•"/>
            </a:pPr>
            <a:r>
              <a:rPr lang="en-US" sz="2200">
                <a:solidFill>
                  <a:srgbClr val="535357"/>
                </a:solidFill>
              </a:rPr>
              <a:t>First Data wrangling operations were performed on the dataset then exploratory data analysis was conducted using SQL and Data Visualization. Interactive Dashboard was created using Folium and predictive analysis was done using classification models.</a:t>
            </a:r>
            <a:endParaRPr/>
          </a:p>
          <a:p>
            <a:pPr indent="-71119" lvl="0" marL="182880" rtl="0" algn="l">
              <a:lnSpc>
                <a:spcPct val="95000"/>
              </a:lnSpc>
              <a:spcBef>
                <a:spcPts val="1600"/>
              </a:spcBef>
              <a:spcAft>
                <a:spcPts val="0"/>
              </a:spcAft>
              <a:buSzPts val="1760"/>
              <a:buNone/>
            </a:pPr>
            <a:r>
              <a:t/>
            </a:r>
            <a:endParaRPr sz="2200">
              <a:solidFill>
                <a:srgbClr val="535357"/>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37" name="Shape 137"/>
        <p:cNvGrpSpPr/>
        <p:nvPr/>
      </p:nvGrpSpPr>
      <p:grpSpPr>
        <a:xfrm>
          <a:off x="0" y="0"/>
          <a:ext cx="0" cy="0"/>
          <a:chOff x="0" y="0"/>
          <a:chExt cx="0" cy="0"/>
        </a:xfrm>
      </p:grpSpPr>
      <p:sp>
        <p:nvSpPr>
          <p:cNvPr id="138" name="Google Shape;138;p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Data Collection</a:t>
            </a:r>
            <a:endParaRPr/>
          </a:p>
        </p:txBody>
      </p:sp>
      <p:sp>
        <p:nvSpPr>
          <p:cNvPr id="139" name="Google Shape;139;p7"/>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760"/>
              <a:buChar char="•"/>
            </a:pPr>
            <a:r>
              <a:rPr lang="en-US" sz="2200">
                <a:solidFill>
                  <a:srgbClr val="535357"/>
                </a:solidFill>
              </a:rPr>
              <a:t>Initiate an API request to retrieve SpaceX launch data and parse the obtained information. Subsequently, apply filtering to isolate entries related to Falcon 9 launches, and address any instances of missing data.</a:t>
            </a:r>
            <a:endParaRPr/>
          </a:p>
          <a:p>
            <a:pPr indent="-182880" lvl="0" marL="182880" rtl="0" algn="l">
              <a:lnSpc>
                <a:spcPct val="95000"/>
              </a:lnSpc>
              <a:spcBef>
                <a:spcPts val="1600"/>
              </a:spcBef>
              <a:spcAft>
                <a:spcPts val="0"/>
              </a:spcAft>
              <a:buSzPts val="1760"/>
              <a:buChar char="•"/>
            </a:pPr>
            <a:r>
              <a:rPr lang="en-US" sz="2200">
                <a:solidFill>
                  <a:srgbClr val="535357"/>
                </a:solidFill>
              </a:rPr>
              <a:t>Initiate a request for the Falcon 9 Launch Wiki page, extract the names of all columns or variables from the header of the HTML table, and generate a data frame by parsing the HTML tables related to the launches.</a:t>
            </a:r>
            <a:endParaRPr/>
          </a:p>
          <a:p>
            <a:pPr indent="-71119" lvl="0" marL="182880" rtl="0" algn="l">
              <a:lnSpc>
                <a:spcPct val="95000"/>
              </a:lnSpc>
              <a:spcBef>
                <a:spcPts val="1600"/>
              </a:spcBef>
              <a:spcAft>
                <a:spcPts val="0"/>
              </a:spcAft>
              <a:buSzPts val="1760"/>
              <a:buNone/>
            </a:pPr>
            <a:r>
              <a:t/>
            </a:r>
            <a:endParaRPr sz="2200">
              <a:solidFill>
                <a:srgbClr val="53535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43" name="Shape 143"/>
        <p:cNvGrpSpPr/>
        <p:nvPr/>
      </p:nvGrpSpPr>
      <p:grpSpPr>
        <a:xfrm>
          <a:off x="0" y="0"/>
          <a:ext cx="0" cy="0"/>
          <a:chOff x="0" y="0"/>
          <a:chExt cx="0" cy="0"/>
        </a:xfrm>
      </p:grpSpPr>
      <p:sp>
        <p:nvSpPr>
          <p:cNvPr id="144" name="Google Shape;144;p8"/>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Data Wrangling</a:t>
            </a:r>
            <a:endParaRPr/>
          </a:p>
        </p:txBody>
      </p:sp>
      <p:sp>
        <p:nvSpPr>
          <p:cNvPr id="145" name="Google Shape;145;p8"/>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182880" lvl="0" marL="182880" rtl="0" algn="l">
              <a:lnSpc>
                <a:spcPct val="95000"/>
              </a:lnSpc>
              <a:spcBef>
                <a:spcPts val="0"/>
              </a:spcBef>
              <a:spcAft>
                <a:spcPts val="0"/>
              </a:spcAft>
              <a:buSzPts val="1760"/>
              <a:buChar char="•"/>
            </a:pPr>
            <a:r>
              <a:rPr lang="en-US" sz="2200">
                <a:solidFill>
                  <a:srgbClr val="535357"/>
                </a:solidFill>
              </a:rPr>
              <a:t>The initial phase involved conducting Exploratory Data Analysis (EDA) on the dataset. </a:t>
            </a:r>
            <a:endParaRPr/>
          </a:p>
          <a:p>
            <a:pPr indent="-182880" lvl="0" marL="182880" rtl="0" algn="l">
              <a:lnSpc>
                <a:spcPct val="95000"/>
              </a:lnSpc>
              <a:spcBef>
                <a:spcPts val="1600"/>
              </a:spcBef>
              <a:spcAft>
                <a:spcPts val="0"/>
              </a:spcAft>
              <a:buSzPts val="1760"/>
              <a:buChar char="•"/>
            </a:pPr>
            <a:r>
              <a:rPr lang="en-US" sz="2200">
                <a:solidFill>
                  <a:srgbClr val="535357"/>
                </a:solidFill>
              </a:rPr>
              <a:t>Subsequently, calculations were performed to determine launch counts per site, frequency of each orbit type, and occurrences of mission outcomes for each orbit category. </a:t>
            </a:r>
            <a:endParaRPr/>
          </a:p>
          <a:p>
            <a:pPr indent="-182880" lvl="0" marL="182880" rtl="0" algn="l">
              <a:lnSpc>
                <a:spcPct val="95000"/>
              </a:lnSpc>
              <a:spcBef>
                <a:spcPts val="1600"/>
              </a:spcBef>
              <a:spcAft>
                <a:spcPts val="0"/>
              </a:spcAft>
              <a:buSzPts val="1760"/>
              <a:buChar char="•"/>
            </a:pPr>
            <a:r>
              <a:rPr lang="en-US" sz="2200">
                <a:solidFill>
                  <a:srgbClr val="535357"/>
                </a:solidFill>
              </a:rPr>
              <a:t>Finally, the landing outcome label was derived from the data in the Outcome column.</a:t>
            </a:r>
            <a:endParaRPr/>
          </a:p>
          <a:p>
            <a:pPr indent="-71119" lvl="0" marL="182880" rtl="0" algn="l">
              <a:lnSpc>
                <a:spcPct val="95000"/>
              </a:lnSpc>
              <a:spcBef>
                <a:spcPts val="1600"/>
              </a:spcBef>
              <a:spcAft>
                <a:spcPts val="0"/>
              </a:spcAft>
              <a:buSzPts val="1760"/>
              <a:buNone/>
            </a:pPr>
            <a:r>
              <a:t/>
            </a:r>
            <a:endParaRPr sz="2200">
              <a:solidFill>
                <a:srgbClr val="535357"/>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49" name="Shape 149"/>
        <p:cNvGrpSpPr/>
        <p:nvPr/>
      </p:nvGrpSpPr>
      <p:grpSpPr>
        <a:xfrm>
          <a:off x="0" y="0"/>
          <a:ext cx="0" cy="0"/>
          <a:chOff x="0" y="0"/>
          <a:chExt cx="0" cy="0"/>
        </a:xfrm>
      </p:grpSpPr>
      <p:sp>
        <p:nvSpPr>
          <p:cNvPr id="150" name="Google Shape;150;p9"/>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Exploratory Data Analysis </a:t>
            </a:r>
            <a:endParaRPr/>
          </a:p>
        </p:txBody>
      </p:sp>
      <p:sp>
        <p:nvSpPr>
          <p:cNvPr id="151" name="Google Shape;151;p9"/>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1760"/>
              <a:buNone/>
            </a:pPr>
            <a:r>
              <a:rPr lang="en-US" sz="2200">
                <a:solidFill>
                  <a:srgbClr val="535357"/>
                </a:solidFill>
              </a:rPr>
              <a:t>For data exploration, scatterplots and barplots were employed to visually represent associations between pairs of features, including Payload Mass vs. Flight Number, Launch Site vs. Flight Number, Launch Site vs. Payload Mass, Orbit vs. Flight Number, and Payload vs. Orbit.</a:t>
            </a:r>
            <a:endParaRPr/>
          </a:p>
        </p:txBody>
      </p:sp>
      <p:pic>
        <p:nvPicPr>
          <p:cNvPr id="152" name="Google Shape;152;p9"/>
          <p:cNvPicPr preferRelativeResize="0"/>
          <p:nvPr/>
        </p:nvPicPr>
        <p:blipFill rotWithShape="1">
          <a:blip r:embed="rId3">
            <a:alphaModFix/>
          </a:blip>
          <a:srcRect b="0" l="0" r="0" t="0"/>
          <a:stretch/>
        </p:blipFill>
        <p:spPr>
          <a:xfrm>
            <a:off x="422598" y="3809250"/>
            <a:ext cx="10531914" cy="268299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56" name="Shape 156"/>
        <p:cNvGrpSpPr/>
        <p:nvPr/>
      </p:nvGrpSpPr>
      <p:grpSpPr>
        <a:xfrm>
          <a:off x="0" y="0"/>
          <a:ext cx="0" cy="0"/>
          <a:chOff x="0" y="0"/>
          <a:chExt cx="0" cy="0"/>
        </a:xfrm>
      </p:grpSpPr>
      <p:sp>
        <p:nvSpPr>
          <p:cNvPr id="157" name="Google Shape;157;p10"/>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Exploratory Data Analysis with SQL</a:t>
            </a:r>
            <a:endParaRPr/>
          </a:p>
        </p:txBody>
      </p:sp>
      <p:sp>
        <p:nvSpPr>
          <p:cNvPr id="158" name="Google Shape;158;p10"/>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1280"/>
              <a:buNone/>
            </a:pPr>
            <a:r>
              <a:rPr lang="en-US" sz="1600">
                <a:solidFill>
                  <a:srgbClr val="535357"/>
                </a:solidFill>
              </a:rPr>
              <a:t>Executed SQL queries:</a:t>
            </a:r>
            <a:endParaRPr/>
          </a:p>
          <a:p>
            <a:pPr indent="-182880" lvl="0" marL="182880" rtl="0" algn="l">
              <a:lnSpc>
                <a:spcPct val="95000"/>
              </a:lnSpc>
              <a:spcBef>
                <a:spcPts val="1600"/>
              </a:spcBef>
              <a:spcAft>
                <a:spcPts val="0"/>
              </a:spcAft>
              <a:buSzPts val="1280"/>
              <a:buChar char="•"/>
            </a:pPr>
            <a:r>
              <a:rPr lang="en-US" sz="1600">
                <a:solidFill>
                  <a:srgbClr val="535357"/>
                </a:solidFill>
              </a:rPr>
              <a:t>Extracting names of distinct launch sites in space missions.</a:t>
            </a:r>
            <a:endParaRPr/>
          </a:p>
          <a:p>
            <a:pPr indent="-182880" lvl="0" marL="182880" rtl="0" algn="l">
              <a:lnSpc>
                <a:spcPct val="95000"/>
              </a:lnSpc>
              <a:spcBef>
                <a:spcPts val="1600"/>
              </a:spcBef>
              <a:spcAft>
                <a:spcPts val="0"/>
              </a:spcAft>
              <a:buSzPts val="1280"/>
              <a:buChar char="•"/>
            </a:pPr>
            <a:r>
              <a:rPr lang="en-US" sz="1600">
                <a:solidFill>
                  <a:srgbClr val="535357"/>
                </a:solidFill>
              </a:rPr>
              <a:t>Identifying the top 5 launch sites with names starting with 'CCA'.</a:t>
            </a:r>
            <a:endParaRPr/>
          </a:p>
          <a:p>
            <a:pPr indent="-182880" lvl="0" marL="182880" rtl="0" algn="l">
              <a:lnSpc>
                <a:spcPct val="95000"/>
              </a:lnSpc>
              <a:spcBef>
                <a:spcPts val="1600"/>
              </a:spcBef>
              <a:spcAft>
                <a:spcPts val="0"/>
              </a:spcAft>
              <a:buSzPts val="1280"/>
              <a:buChar char="•"/>
            </a:pPr>
            <a:r>
              <a:rPr lang="en-US" sz="1600">
                <a:solidFill>
                  <a:srgbClr val="535357"/>
                </a:solidFill>
              </a:rPr>
              <a:t>Calculating the total payload mass transported by NASA (CRS) boosters.</a:t>
            </a:r>
            <a:endParaRPr/>
          </a:p>
          <a:p>
            <a:pPr indent="-182880" lvl="0" marL="182880" rtl="0" algn="l">
              <a:lnSpc>
                <a:spcPct val="95000"/>
              </a:lnSpc>
              <a:spcBef>
                <a:spcPts val="1600"/>
              </a:spcBef>
              <a:spcAft>
                <a:spcPts val="0"/>
              </a:spcAft>
              <a:buSzPts val="1280"/>
              <a:buChar char="•"/>
            </a:pPr>
            <a:r>
              <a:rPr lang="en-US" sz="1600">
                <a:solidFill>
                  <a:srgbClr val="535357"/>
                </a:solidFill>
              </a:rPr>
              <a:t>Determining the average payload mass conveyed by booster version F9 v1.1.</a:t>
            </a:r>
            <a:endParaRPr/>
          </a:p>
          <a:p>
            <a:pPr indent="-182880" lvl="0" marL="182880" rtl="0" algn="l">
              <a:lnSpc>
                <a:spcPct val="95000"/>
              </a:lnSpc>
              <a:spcBef>
                <a:spcPts val="1600"/>
              </a:spcBef>
              <a:spcAft>
                <a:spcPts val="0"/>
              </a:spcAft>
              <a:buSzPts val="1280"/>
              <a:buChar char="•"/>
            </a:pPr>
            <a:r>
              <a:rPr lang="en-US" sz="1600">
                <a:solidFill>
                  <a:srgbClr val="535357"/>
                </a:solidFill>
              </a:rPr>
              <a:t>Finding the date of the initial successful landing outcome on a ground pad.</a:t>
            </a:r>
            <a:endParaRPr/>
          </a:p>
          <a:p>
            <a:pPr indent="-182880" lvl="0" marL="182880" rtl="0" algn="l">
              <a:lnSpc>
                <a:spcPct val="95000"/>
              </a:lnSpc>
              <a:spcBef>
                <a:spcPts val="1600"/>
              </a:spcBef>
              <a:spcAft>
                <a:spcPts val="0"/>
              </a:spcAft>
              <a:buSzPts val="1280"/>
              <a:buChar char="•"/>
            </a:pPr>
            <a:r>
              <a:rPr lang="en-US" sz="1600">
                <a:solidFill>
                  <a:srgbClr val="535357"/>
                </a:solidFill>
              </a:rPr>
              <a:t>Listing the names of boosters that achieved success on drone ships while </a:t>
            </a:r>
            <a:endParaRPr/>
          </a:p>
          <a:p>
            <a:pPr indent="-101599" lvl="0" marL="182880" rtl="0" algn="l">
              <a:lnSpc>
                <a:spcPct val="95000"/>
              </a:lnSpc>
              <a:spcBef>
                <a:spcPts val="1600"/>
              </a:spcBef>
              <a:spcAft>
                <a:spcPts val="0"/>
              </a:spcAft>
              <a:buSzPts val="1280"/>
              <a:buNone/>
            </a:pPr>
            <a:r>
              <a:t/>
            </a:r>
            <a:endParaRPr sz="1600">
              <a:solidFill>
                <a:srgbClr val="535357"/>
              </a:solidFill>
            </a:endParaRPr>
          </a:p>
          <a:p>
            <a:pPr indent="-101599" lvl="0" marL="182880" rtl="0" algn="l">
              <a:lnSpc>
                <a:spcPct val="95000"/>
              </a:lnSpc>
              <a:spcBef>
                <a:spcPts val="1600"/>
              </a:spcBef>
              <a:spcAft>
                <a:spcPts val="0"/>
              </a:spcAft>
              <a:buSzPts val="1280"/>
              <a:buNone/>
            </a:pPr>
            <a:r>
              <a:t/>
            </a:r>
            <a:endParaRPr sz="1600">
              <a:solidFill>
                <a:srgbClr val="535357"/>
              </a:solidFill>
            </a:endParaRPr>
          </a:p>
          <a:p>
            <a:pPr indent="-182880" lvl="0" marL="182880" rtl="0" algn="l">
              <a:lnSpc>
                <a:spcPct val="95000"/>
              </a:lnSpc>
              <a:spcBef>
                <a:spcPts val="1600"/>
              </a:spcBef>
              <a:spcAft>
                <a:spcPts val="0"/>
              </a:spcAft>
              <a:buSzPts val="1280"/>
              <a:buChar char="•"/>
            </a:pPr>
            <a:r>
              <a:rPr lang="en-US" sz="1600">
                <a:solidFill>
                  <a:srgbClr val="535357"/>
                </a:solidFill>
              </a:rPr>
              <a:t>carrying payload masses between 4000 and 6000 kg.</a:t>
            </a:r>
            <a:endParaRPr/>
          </a:p>
          <a:p>
            <a:pPr indent="-182880" lvl="0" marL="182880" rtl="0" algn="l">
              <a:lnSpc>
                <a:spcPct val="95000"/>
              </a:lnSpc>
              <a:spcBef>
                <a:spcPts val="1600"/>
              </a:spcBef>
              <a:spcAft>
                <a:spcPts val="0"/>
              </a:spcAft>
              <a:buSzPts val="1280"/>
              <a:buChar char="•"/>
            </a:pPr>
            <a:r>
              <a:rPr lang="en-US" sz="1600">
                <a:solidFill>
                  <a:srgbClr val="535357"/>
                </a:solidFill>
              </a:rPr>
              <a:t>Computing the overall count of successful and failed mission outcomes.</a:t>
            </a:r>
            <a:endParaRPr/>
          </a:p>
          <a:p>
            <a:pPr indent="-182880" lvl="0" marL="182880" rtl="0" algn="l">
              <a:lnSpc>
                <a:spcPct val="95000"/>
              </a:lnSpc>
              <a:spcBef>
                <a:spcPts val="1600"/>
              </a:spcBef>
              <a:spcAft>
                <a:spcPts val="0"/>
              </a:spcAft>
              <a:buSzPts val="1280"/>
              <a:buChar char="•"/>
            </a:pPr>
            <a:r>
              <a:rPr lang="en-US" sz="1600">
                <a:solidFill>
                  <a:srgbClr val="535357"/>
                </a:solidFill>
              </a:rPr>
              <a:t>Identifying booster versions that carried the highest payload masses.</a:t>
            </a:r>
            <a:endParaRPr/>
          </a:p>
          <a:p>
            <a:pPr indent="-182880" lvl="0" marL="182880" rtl="0" algn="l">
              <a:lnSpc>
                <a:spcPct val="95000"/>
              </a:lnSpc>
              <a:spcBef>
                <a:spcPts val="1600"/>
              </a:spcBef>
              <a:spcAft>
                <a:spcPts val="0"/>
              </a:spcAft>
              <a:buSzPts val="1280"/>
              <a:buChar char="•"/>
            </a:pPr>
            <a:r>
              <a:rPr lang="en-US" sz="1600">
                <a:solidFill>
                  <a:srgbClr val="535357"/>
                </a:solidFill>
              </a:rPr>
              <a:t>Enumerating failed landing outcomes on drone ships in 2015, along with corresponding booster versions and launch site names.</a:t>
            </a:r>
            <a:endParaRPr/>
          </a:p>
          <a:p>
            <a:pPr indent="-182880" lvl="0" marL="182880" rtl="0" algn="l">
              <a:lnSpc>
                <a:spcPct val="95000"/>
              </a:lnSpc>
              <a:spcBef>
                <a:spcPts val="1600"/>
              </a:spcBef>
              <a:spcAft>
                <a:spcPts val="0"/>
              </a:spcAft>
              <a:buSzPts val="1280"/>
              <a:buChar char="•"/>
            </a:pPr>
            <a:r>
              <a:rPr lang="en-US" sz="1600">
                <a:solidFill>
                  <a:srgbClr val="535357"/>
                </a:solidFill>
              </a:rPr>
              <a:t>Ranking the count of landing outcomes (e.g., Failure (drone ship) or Success (ground pad)) between June 4, 2010, and March 20, 2017.</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62" name="Shape 162"/>
        <p:cNvGrpSpPr/>
        <p:nvPr/>
      </p:nvGrpSpPr>
      <p:grpSpPr>
        <a:xfrm>
          <a:off x="0" y="0"/>
          <a:ext cx="0" cy="0"/>
          <a:chOff x="0" y="0"/>
          <a:chExt cx="0" cy="0"/>
        </a:xfrm>
      </p:grpSpPr>
      <p:sp>
        <p:nvSpPr>
          <p:cNvPr id="163" name="Google Shape;163;p1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Interactive Map with Folium</a:t>
            </a:r>
            <a:endParaRPr/>
          </a:p>
        </p:txBody>
      </p:sp>
      <p:sp>
        <p:nvSpPr>
          <p:cNvPr id="164" name="Google Shape;164;p11"/>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760"/>
              <a:buChar char="•"/>
            </a:pPr>
            <a:r>
              <a:rPr lang="en-US" sz="2200">
                <a:solidFill>
                  <a:srgbClr val="535357"/>
                </a:solidFill>
              </a:rPr>
              <a:t>Folium Maps were enhanced through the incorporation of markers, circles, lines, and marker clusters, each serving distinct purposes. </a:t>
            </a:r>
            <a:endParaRPr/>
          </a:p>
          <a:p>
            <a:pPr indent="-182880" lvl="0" marL="182880" rtl="0" algn="l">
              <a:lnSpc>
                <a:spcPct val="95000"/>
              </a:lnSpc>
              <a:spcBef>
                <a:spcPts val="1600"/>
              </a:spcBef>
              <a:spcAft>
                <a:spcPts val="0"/>
              </a:spcAft>
              <a:buSzPts val="1760"/>
              <a:buChar char="•"/>
            </a:pPr>
            <a:r>
              <a:rPr lang="en-US" sz="2200">
                <a:solidFill>
                  <a:srgbClr val="535357"/>
                </a:solidFill>
              </a:rPr>
              <a:t>Markers were used to denote significant points like launch sites, circles highlighted specific areas around particular coordinates, such as the NASA Johnson Space Center, marker clusters provided a visual grouping of events at individual coordinates like launches within a launch site, and lines were employed to illustrate distances between pairs of coordinates.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68" name="Shape 168"/>
        <p:cNvGrpSpPr/>
        <p:nvPr/>
      </p:nvGrpSpPr>
      <p:grpSpPr>
        <a:xfrm>
          <a:off x="0" y="0"/>
          <a:ext cx="0" cy="0"/>
          <a:chOff x="0" y="0"/>
          <a:chExt cx="0" cy="0"/>
        </a:xfrm>
      </p:grpSpPr>
      <p:sp>
        <p:nvSpPr>
          <p:cNvPr id="169" name="Google Shape;169;p1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Interactive Map with Folium</a:t>
            </a:r>
            <a:endParaRPr/>
          </a:p>
        </p:txBody>
      </p:sp>
      <p:sp>
        <p:nvSpPr>
          <p:cNvPr id="170" name="Google Shape;170;p12"/>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760"/>
              <a:buChar char="•"/>
            </a:pPr>
            <a:r>
              <a:rPr lang="en-US" sz="2200">
                <a:solidFill>
                  <a:srgbClr val="535357"/>
                </a:solidFill>
              </a:rPr>
              <a:t>Folium Maps were enhanced through the incorporation of markers, circles, lines, and marker clusters, each serving distinct purposes. </a:t>
            </a:r>
            <a:endParaRPr/>
          </a:p>
          <a:p>
            <a:pPr indent="-182880" lvl="0" marL="182880" rtl="0" algn="l">
              <a:lnSpc>
                <a:spcPct val="95000"/>
              </a:lnSpc>
              <a:spcBef>
                <a:spcPts val="1600"/>
              </a:spcBef>
              <a:spcAft>
                <a:spcPts val="0"/>
              </a:spcAft>
              <a:buSzPts val="1760"/>
              <a:buChar char="•"/>
            </a:pPr>
            <a:r>
              <a:rPr lang="en-US" sz="2200">
                <a:solidFill>
                  <a:srgbClr val="535357"/>
                </a:solidFill>
              </a:rPr>
              <a:t>Markers were used to denote significant points like launch sites, circles highlighted specific areas around particular coordinates, such as the NASA Johnson Space Center, marker clusters provided a visual grouping of events at individual coordinates like launches within a launch site, and lines were employed to illustrate distances between pairs of coordinates.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74" name="Shape 174"/>
        <p:cNvGrpSpPr/>
        <p:nvPr/>
      </p:nvGrpSpPr>
      <p:grpSpPr>
        <a:xfrm>
          <a:off x="0" y="0"/>
          <a:ext cx="0" cy="0"/>
          <a:chOff x="0" y="0"/>
          <a:chExt cx="0" cy="0"/>
        </a:xfrm>
      </p:grpSpPr>
      <p:sp>
        <p:nvSpPr>
          <p:cNvPr id="175" name="Google Shape;175;p1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Dashboard with Plotly</a:t>
            </a:r>
            <a:endParaRPr/>
          </a:p>
        </p:txBody>
      </p:sp>
      <p:sp>
        <p:nvSpPr>
          <p:cNvPr id="176" name="Google Shape;176;p13"/>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760"/>
              <a:buChar char="•"/>
            </a:pPr>
            <a:r>
              <a:rPr lang="en-US" sz="2200">
                <a:solidFill>
                  <a:srgbClr val="535357"/>
                </a:solidFill>
              </a:rPr>
              <a:t>Various graphs and plots were employed to visualize the data effectively, including the percentage distribution of launches by site and the payload range. </a:t>
            </a:r>
            <a:endParaRPr/>
          </a:p>
          <a:p>
            <a:pPr indent="-182880" lvl="0" marL="182880" rtl="0" algn="l">
              <a:lnSpc>
                <a:spcPct val="95000"/>
              </a:lnSpc>
              <a:spcBef>
                <a:spcPts val="1600"/>
              </a:spcBef>
              <a:spcAft>
                <a:spcPts val="0"/>
              </a:spcAft>
              <a:buSzPts val="1760"/>
              <a:buChar char="•"/>
            </a:pPr>
            <a:r>
              <a:rPr lang="en-US" sz="2200">
                <a:solidFill>
                  <a:srgbClr val="535357"/>
                </a:solidFill>
              </a:rPr>
              <a:t>This combination of visualizations facilitated a swift analysis of the connection between payloads and launch sites, aiding in the identification of optimal launch locations based on payload considerations.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80" name="Shape 180"/>
        <p:cNvGrpSpPr/>
        <p:nvPr/>
      </p:nvGrpSpPr>
      <p:grpSpPr>
        <a:xfrm>
          <a:off x="0" y="0"/>
          <a:ext cx="0" cy="0"/>
          <a:chOff x="0" y="0"/>
          <a:chExt cx="0" cy="0"/>
        </a:xfrm>
      </p:grpSpPr>
      <p:sp>
        <p:nvSpPr>
          <p:cNvPr id="181" name="Google Shape;181;p1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Predictive Analysis</a:t>
            </a:r>
            <a:endParaRPr/>
          </a:p>
        </p:txBody>
      </p:sp>
      <p:sp>
        <p:nvSpPr>
          <p:cNvPr id="182" name="Google Shape;182;p14"/>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760"/>
              <a:buChar char="•"/>
            </a:pPr>
            <a:r>
              <a:rPr lang="en-US" sz="2200">
                <a:solidFill>
                  <a:srgbClr val="535357"/>
                </a:solidFill>
              </a:rPr>
              <a:t>Four classification models were compared: logistic regression, support vector machine, decision tree and k nearest neighbors.</a:t>
            </a:r>
            <a:endParaRPr/>
          </a:p>
          <a:p>
            <a:pPr indent="-182880" lvl="0" marL="182880" rtl="0" algn="l">
              <a:lnSpc>
                <a:spcPct val="95000"/>
              </a:lnSpc>
              <a:spcBef>
                <a:spcPts val="1600"/>
              </a:spcBef>
              <a:spcAft>
                <a:spcPts val="0"/>
              </a:spcAft>
              <a:buSzPts val="1760"/>
              <a:buChar char="•"/>
            </a:pPr>
            <a:r>
              <a:rPr lang="en-US" sz="2200">
                <a:solidFill>
                  <a:srgbClr val="535357"/>
                </a:solidFill>
              </a:rPr>
              <a:t>Each model was iterated through steps that included preparation and standardization of data, evaluation of each model using various hyperparameter combinations, and subsequent comparison of outcomes.</a:t>
            </a:r>
            <a:endParaRPr/>
          </a:p>
        </p:txBody>
      </p:sp>
      <p:pic>
        <p:nvPicPr>
          <p:cNvPr descr="laptop computer on glass-top table" id="183" name="Google Shape;183;p14"/>
          <p:cNvPicPr preferRelativeResize="0"/>
          <p:nvPr/>
        </p:nvPicPr>
        <p:blipFill rotWithShape="1">
          <a:blip r:embed="rId3">
            <a:alphaModFix/>
          </a:blip>
          <a:srcRect b="0" l="0" r="0" t="0"/>
          <a:stretch/>
        </p:blipFill>
        <p:spPr>
          <a:xfrm>
            <a:off x="6716981" y="4316015"/>
            <a:ext cx="3140251" cy="22358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87" name="Shape 187"/>
        <p:cNvGrpSpPr/>
        <p:nvPr/>
      </p:nvGrpSpPr>
      <p:grpSpPr>
        <a:xfrm>
          <a:off x="0" y="0"/>
          <a:ext cx="0" cy="0"/>
          <a:chOff x="0" y="0"/>
          <a:chExt cx="0" cy="0"/>
        </a:xfrm>
      </p:grpSpPr>
      <p:sp>
        <p:nvSpPr>
          <p:cNvPr id="188" name="Google Shape;188;p15"/>
          <p:cNvSpPr txBox="1"/>
          <p:nvPr>
            <p:ph type="title"/>
          </p:nvPr>
        </p:nvSpPr>
        <p:spPr>
          <a:xfrm>
            <a:off x="1261872" y="758952"/>
            <a:ext cx="9418320" cy="4041648"/>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7200"/>
              <a:buFont typeface="Century Schoolbook"/>
              <a:buNone/>
            </a:pPr>
            <a:r>
              <a:rPr lang="en-US"/>
              <a:t>Results and Insights</a:t>
            </a:r>
            <a:endParaRPr/>
          </a:p>
        </p:txBody>
      </p:sp>
      <p:pic>
        <p:nvPicPr>
          <p:cNvPr descr="100+ Review Pictures [HD] | Download Free Images on Unsplash" id="189" name="Google Shape;189;p15"/>
          <p:cNvPicPr preferRelativeResize="0"/>
          <p:nvPr/>
        </p:nvPicPr>
        <p:blipFill rotWithShape="1">
          <a:blip r:embed="rId3">
            <a:alphaModFix/>
          </a:blip>
          <a:srcRect b="0" l="0" r="36989" t="0"/>
          <a:stretch/>
        </p:blipFill>
        <p:spPr>
          <a:xfrm>
            <a:off x="7739270" y="402600"/>
            <a:ext cx="2158034" cy="22844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93" name="Shape 193"/>
        <p:cNvGrpSpPr/>
        <p:nvPr/>
      </p:nvGrpSpPr>
      <p:grpSpPr>
        <a:xfrm>
          <a:off x="0" y="0"/>
          <a:ext cx="0" cy="0"/>
          <a:chOff x="0" y="0"/>
          <a:chExt cx="0" cy="0"/>
        </a:xfrm>
      </p:grpSpPr>
      <p:sp>
        <p:nvSpPr>
          <p:cNvPr id="194" name="Google Shape;194;p16"/>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Exploratory Analysis Result</a:t>
            </a:r>
            <a:endParaRPr/>
          </a:p>
        </p:txBody>
      </p:sp>
      <p:sp>
        <p:nvSpPr>
          <p:cNvPr id="195" name="Google Shape;195;p16"/>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760"/>
              <a:buChar char="•"/>
            </a:pPr>
            <a:r>
              <a:rPr lang="en-US" sz="2200">
                <a:solidFill>
                  <a:srgbClr val="535357"/>
                </a:solidFill>
              </a:rPr>
              <a:t>Exploratory data analysis results:</a:t>
            </a:r>
            <a:endParaRPr/>
          </a:p>
          <a:p>
            <a:pPr indent="-182880" lvl="0" marL="182880" rtl="0" algn="l">
              <a:lnSpc>
                <a:spcPct val="95000"/>
              </a:lnSpc>
              <a:spcBef>
                <a:spcPts val="1600"/>
              </a:spcBef>
              <a:spcAft>
                <a:spcPts val="0"/>
              </a:spcAft>
              <a:buSzPts val="1760"/>
              <a:buChar char="•"/>
            </a:pPr>
            <a:r>
              <a:rPr lang="en-US" sz="2200">
                <a:solidFill>
                  <a:srgbClr val="535357"/>
                </a:solidFill>
              </a:rPr>
              <a:t>Space X uses 4 different launch sites;</a:t>
            </a:r>
            <a:endParaRPr/>
          </a:p>
          <a:p>
            <a:pPr indent="-182880" lvl="0" marL="182880" rtl="0" algn="l">
              <a:lnSpc>
                <a:spcPct val="95000"/>
              </a:lnSpc>
              <a:spcBef>
                <a:spcPts val="1600"/>
              </a:spcBef>
              <a:spcAft>
                <a:spcPts val="0"/>
              </a:spcAft>
              <a:buSzPts val="1760"/>
              <a:buChar char="•"/>
            </a:pPr>
            <a:r>
              <a:rPr lang="en-US" sz="2200">
                <a:solidFill>
                  <a:srgbClr val="535357"/>
                </a:solidFill>
              </a:rPr>
              <a:t>The first launches were done to Space X itself and NASA;</a:t>
            </a:r>
            <a:endParaRPr/>
          </a:p>
          <a:p>
            <a:pPr indent="-182880" lvl="0" marL="182880" rtl="0" algn="l">
              <a:lnSpc>
                <a:spcPct val="95000"/>
              </a:lnSpc>
              <a:spcBef>
                <a:spcPts val="1600"/>
              </a:spcBef>
              <a:spcAft>
                <a:spcPts val="0"/>
              </a:spcAft>
              <a:buSzPts val="1760"/>
              <a:buChar char="•"/>
            </a:pPr>
            <a:r>
              <a:rPr lang="en-US" sz="2200">
                <a:solidFill>
                  <a:srgbClr val="535357"/>
                </a:solidFill>
              </a:rPr>
              <a:t>The average payload of F9 v1.1 booster is 2,928 kg;</a:t>
            </a:r>
            <a:endParaRPr/>
          </a:p>
          <a:p>
            <a:pPr indent="-182880" lvl="0" marL="182880" rtl="0" algn="l">
              <a:lnSpc>
                <a:spcPct val="95000"/>
              </a:lnSpc>
              <a:spcBef>
                <a:spcPts val="1600"/>
              </a:spcBef>
              <a:spcAft>
                <a:spcPts val="0"/>
              </a:spcAft>
              <a:buSzPts val="1760"/>
              <a:buChar char="•"/>
            </a:pPr>
            <a:r>
              <a:rPr lang="en-US" sz="2200">
                <a:solidFill>
                  <a:srgbClr val="535357"/>
                </a:solidFill>
              </a:rPr>
              <a:t>The first success landing outcome happened in 2015 fiver year after the first launch;</a:t>
            </a:r>
            <a:endParaRPr/>
          </a:p>
          <a:p>
            <a:pPr indent="-182880" lvl="0" marL="182880" rtl="0" algn="l">
              <a:lnSpc>
                <a:spcPct val="95000"/>
              </a:lnSpc>
              <a:spcBef>
                <a:spcPts val="1600"/>
              </a:spcBef>
              <a:spcAft>
                <a:spcPts val="0"/>
              </a:spcAft>
              <a:buSzPts val="1760"/>
              <a:buChar char="•"/>
            </a:pPr>
            <a:r>
              <a:rPr lang="en-US" sz="2200">
                <a:solidFill>
                  <a:srgbClr val="535357"/>
                </a:solidFill>
              </a:rPr>
              <a:t>Many Falcon 9 booster versions were successful at landing in drone ships having payload above the average;</a:t>
            </a:r>
            <a:endParaRPr/>
          </a:p>
          <a:p>
            <a:pPr indent="-182880" lvl="0" marL="182880" rtl="0" algn="l">
              <a:lnSpc>
                <a:spcPct val="95000"/>
              </a:lnSpc>
              <a:spcBef>
                <a:spcPts val="1600"/>
              </a:spcBef>
              <a:spcAft>
                <a:spcPts val="0"/>
              </a:spcAft>
              <a:buSzPts val="1760"/>
              <a:buChar char="•"/>
            </a:pPr>
            <a:r>
              <a:rPr lang="en-US" sz="2200">
                <a:solidFill>
                  <a:srgbClr val="535357"/>
                </a:solidFill>
              </a:rPr>
              <a:t>Almost 100% of mission outcomes were successful;</a:t>
            </a:r>
            <a:endParaRPr/>
          </a:p>
          <a:p>
            <a:pPr indent="-182880" lvl="0" marL="182880" rtl="0" algn="l">
              <a:lnSpc>
                <a:spcPct val="95000"/>
              </a:lnSpc>
              <a:spcBef>
                <a:spcPts val="1600"/>
              </a:spcBef>
              <a:spcAft>
                <a:spcPts val="0"/>
              </a:spcAft>
              <a:buSzPts val="1760"/>
              <a:buChar char="•"/>
            </a:pPr>
            <a:r>
              <a:rPr lang="en-US" sz="2200">
                <a:solidFill>
                  <a:srgbClr val="535357"/>
                </a:solidFill>
              </a:rPr>
              <a:t>Two booster versions failed at landing in drone ships in 2015: F9 v1.1 B1012 and F9 v1.1 B1015;</a:t>
            </a:r>
            <a:endParaRPr/>
          </a:p>
          <a:p>
            <a:pPr indent="-182880" lvl="0" marL="182880" rtl="0" algn="l">
              <a:lnSpc>
                <a:spcPct val="95000"/>
              </a:lnSpc>
              <a:spcBef>
                <a:spcPts val="1600"/>
              </a:spcBef>
              <a:spcAft>
                <a:spcPts val="0"/>
              </a:spcAft>
              <a:buSzPts val="1760"/>
              <a:buChar char="•"/>
            </a:pPr>
            <a:r>
              <a:rPr lang="en-US" sz="2200">
                <a:solidFill>
                  <a:srgbClr val="535357"/>
                </a:solidFill>
              </a:rPr>
              <a:t>The number of landing outcomes became as better as years passed.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199" name="Shape 199"/>
        <p:cNvGrpSpPr/>
        <p:nvPr/>
      </p:nvGrpSpPr>
      <p:grpSpPr>
        <a:xfrm>
          <a:off x="0" y="0"/>
          <a:ext cx="0" cy="0"/>
          <a:chOff x="0" y="0"/>
          <a:chExt cx="0" cy="0"/>
        </a:xfrm>
      </p:grpSpPr>
      <p:sp>
        <p:nvSpPr>
          <p:cNvPr id="200" name="Google Shape;200;p17"/>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800"/>
              <a:buFont typeface="Century Schoolbook"/>
              <a:buNone/>
            </a:pPr>
            <a:r>
              <a:rPr lang="en-US" sz="3800"/>
              <a:t>Interactive and Predictive Analysis Results</a:t>
            </a:r>
            <a:endParaRPr/>
          </a:p>
        </p:txBody>
      </p:sp>
      <p:sp>
        <p:nvSpPr>
          <p:cNvPr id="201" name="Google Shape;201;p17"/>
          <p:cNvSpPr txBox="1"/>
          <p:nvPr>
            <p:ph idx="1" type="body"/>
          </p:nvPr>
        </p:nvSpPr>
        <p:spPr>
          <a:xfrm>
            <a:off x="1261872" y="1871002"/>
            <a:ext cx="8595360" cy="4621237"/>
          </a:xfrm>
          <a:prstGeom prst="rect">
            <a:avLst/>
          </a:prstGeom>
          <a:noFill/>
          <a:ln>
            <a:noFill/>
          </a:ln>
        </p:spPr>
        <p:txBody>
          <a:bodyPr anchorCtr="0" anchor="t" bIns="45700" lIns="91425" spcFirstLastPara="1" rIns="91425" wrap="square" tIns="45700">
            <a:noAutofit/>
          </a:bodyPr>
          <a:lstStyle/>
          <a:p>
            <a:pPr indent="-182880" lvl="0" marL="182880" rtl="0" algn="l">
              <a:lnSpc>
                <a:spcPct val="95000"/>
              </a:lnSpc>
              <a:spcBef>
                <a:spcPts val="0"/>
              </a:spcBef>
              <a:spcAft>
                <a:spcPts val="0"/>
              </a:spcAft>
              <a:buSzPts val="1440"/>
              <a:buChar char="•"/>
            </a:pPr>
            <a:r>
              <a:rPr lang="en-US">
                <a:solidFill>
                  <a:srgbClr val="535357"/>
                </a:solidFill>
              </a:rPr>
              <a:t>Interactive analytics revealed that launch sites are typically located in secure areas, often near bodies of water such as the sea, and are strategically positioned with strong logistical infrastructure in their vicinity. Additionally, a predominant majority of launches take place at launch sites situated along the east coast.</a:t>
            </a:r>
            <a:endParaRPr/>
          </a:p>
          <a:p>
            <a:pPr indent="-182880" lvl="0" marL="182880" rtl="0" algn="l">
              <a:lnSpc>
                <a:spcPct val="95000"/>
              </a:lnSpc>
              <a:spcBef>
                <a:spcPts val="1600"/>
              </a:spcBef>
              <a:spcAft>
                <a:spcPts val="0"/>
              </a:spcAft>
              <a:buSzPts val="1440"/>
              <a:buChar char="•"/>
            </a:pPr>
            <a:r>
              <a:rPr lang="en-US">
                <a:solidFill>
                  <a:srgbClr val="535357"/>
                </a:solidFill>
              </a:rPr>
              <a:t>Predictive Analysis showed that Decision Tree Classifier is the best model to predict successful landings, having accuracy over 87% and accuracy for test data over 94%.</a:t>
            </a:r>
            <a:endParaRPr/>
          </a:p>
        </p:txBody>
      </p:sp>
      <p:pic>
        <p:nvPicPr>
          <p:cNvPr id="202" name="Google Shape;202;p17"/>
          <p:cNvPicPr preferRelativeResize="0"/>
          <p:nvPr/>
        </p:nvPicPr>
        <p:blipFill rotWithShape="1">
          <a:blip r:embed="rId3">
            <a:alphaModFix/>
          </a:blip>
          <a:srcRect b="0" l="0" r="0" t="0"/>
          <a:stretch/>
        </p:blipFill>
        <p:spPr>
          <a:xfrm>
            <a:off x="1513661" y="4360517"/>
            <a:ext cx="3809847" cy="2431223"/>
          </a:xfrm>
          <a:prstGeom prst="rect">
            <a:avLst/>
          </a:prstGeom>
          <a:noFill/>
          <a:ln>
            <a:noFill/>
          </a:ln>
        </p:spPr>
      </p:pic>
      <p:pic>
        <p:nvPicPr>
          <p:cNvPr id="203" name="Google Shape;203;p17"/>
          <p:cNvPicPr preferRelativeResize="0"/>
          <p:nvPr/>
        </p:nvPicPr>
        <p:blipFill rotWithShape="1">
          <a:blip r:embed="rId4">
            <a:alphaModFix/>
          </a:blip>
          <a:srcRect b="0" l="0" r="0" t="0"/>
          <a:stretch/>
        </p:blipFill>
        <p:spPr>
          <a:xfrm>
            <a:off x="6475385" y="4360517"/>
            <a:ext cx="3381847" cy="235815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07" name="Shape 207"/>
        <p:cNvGrpSpPr/>
        <p:nvPr/>
      </p:nvGrpSpPr>
      <p:grpSpPr>
        <a:xfrm>
          <a:off x="0" y="0"/>
          <a:ext cx="0" cy="0"/>
          <a:chOff x="0" y="0"/>
          <a:chExt cx="0" cy="0"/>
        </a:xfrm>
      </p:grpSpPr>
      <p:sp>
        <p:nvSpPr>
          <p:cNvPr id="208" name="Google Shape;208;p18"/>
          <p:cNvSpPr txBox="1"/>
          <p:nvPr>
            <p:ph type="title"/>
          </p:nvPr>
        </p:nvSpPr>
        <p:spPr>
          <a:xfrm>
            <a:off x="1129350" y="391319"/>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Insights</a:t>
            </a:r>
            <a:endParaRPr/>
          </a:p>
        </p:txBody>
      </p:sp>
      <p:pic>
        <p:nvPicPr>
          <p:cNvPr id="209" name="Google Shape;209;p18"/>
          <p:cNvPicPr preferRelativeResize="0"/>
          <p:nvPr>
            <p:ph idx="1" type="body"/>
          </p:nvPr>
        </p:nvPicPr>
        <p:blipFill rotWithShape="1">
          <a:blip r:embed="rId3">
            <a:alphaModFix/>
          </a:blip>
          <a:srcRect b="0" l="0" r="0" t="0"/>
          <a:stretch/>
        </p:blipFill>
        <p:spPr>
          <a:xfrm>
            <a:off x="1254774" y="1691322"/>
            <a:ext cx="8984119" cy="2059043"/>
          </a:xfrm>
          <a:prstGeom prst="rect">
            <a:avLst/>
          </a:prstGeom>
          <a:noFill/>
          <a:ln>
            <a:noFill/>
          </a:ln>
        </p:spPr>
      </p:pic>
      <p:pic>
        <p:nvPicPr>
          <p:cNvPr id="210" name="Google Shape;210;p18"/>
          <p:cNvPicPr preferRelativeResize="0"/>
          <p:nvPr/>
        </p:nvPicPr>
        <p:blipFill rotWithShape="1">
          <a:blip r:embed="rId4">
            <a:alphaModFix/>
          </a:blip>
          <a:srcRect b="0" l="0" r="0" t="0"/>
          <a:stretch/>
        </p:blipFill>
        <p:spPr>
          <a:xfrm>
            <a:off x="1261872" y="4438609"/>
            <a:ext cx="8984119" cy="2093387"/>
          </a:xfrm>
          <a:prstGeom prst="rect">
            <a:avLst/>
          </a:prstGeom>
          <a:noFill/>
          <a:ln>
            <a:noFill/>
          </a:ln>
        </p:spPr>
      </p:pic>
      <p:sp>
        <p:nvSpPr>
          <p:cNvPr id="211" name="Google Shape;211;p18"/>
          <p:cNvSpPr txBox="1"/>
          <p:nvPr/>
        </p:nvSpPr>
        <p:spPr>
          <a:xfrm>
            <a:off x="6108192" y="1321990"/>
            <a:ext cx="438143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entury Schoolbook"/>
                <a:ea typeface="Century Schoolbook"/>
                <a:cs typeface="Century Schoolbook"/>
                <a:sym typeface="Century Schoolbook"/>
              </a:rPr>
              <a:t>CCAF5 SLC 40 is the best launch site</a:t>
            </a:r>
            <a:endParaRPr/>
          </a:p>
        </p:txBody>
      </p:sp>
      <p:sp>
        <p:nvSpPr>
          <p:cNvPr id="212" name="Google Shape;212;p18"/>
          <p:cNvSpPr txBox="1"/>
          <p:nvPr/>
        </p:nvSpPr>
        <p:spPr>
          <a:xfrm>
            <a:off x="1254774" y="3801273"/>
            <a:ext cx="899121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Payloads exceeding 12,000 kg appear to be feasible exclusively at the CCAFS SLC 40 and KSC LC 39A launch sites.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16" name="Shape 216"/>
        <p:cNvGrpSpPr/>
        <p:nvPr/>
      </p:nvGrpSpPr>
      <p:grpSpPr>
        <a:xfrm>
          <a:off x="0" y="0"/>
          <a:ext cx="0" cy="0"/>
          <a:chOff x="0" y="0"/>
          <a:chExt cx="0" cy="0"/>
        </a:xfrm>
      </p:grpSpPr>
      <p:sp>
        <p:nvSpPr>
          <p:cNvPr id="217" name="Google Shape;217;p19"/>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Insights</a:t>
            </a:r>
            <a:endParaRPr/>
          </a:p>
        </p:txBody>
      </p:sp>
      <p:pic>
        <p:nvPicPr>
          <p:cNvPr id="218" name="Google Shape;218;p19"/>
          <p:cNvPicPr preferRelativeResize="0"/>
          <p:nvPr>
            <p:ph idx="1" type="body"/>
          </p:nvPr>
        </p:nvPicPr>
        <p:blipFill rotWithShape="1">
          <a:blip r:embed="rId3">
            <a:alphaModFix/>
          </a:blip>
          <a:srcRect b="0" l="0" r="0" t="0"/>
          <a:stretch/>
        </p:blipFill>
        <p:spPr>
          <a:xfrm>
            <a:off x="1407650" y="2399995"/>
            <a:ext cx="4370302" cy="3305902"/>
          </a:xfrm>
          <a:prstGeom prst="rect">
            <a:avLst/>
          </a:prstGeom>
          <a:noFill/>
          <a:ln>
            <a:noFill/>
          </a:ln>
        </p:spPr>
      </p:pic>
      <p:pic>
        <p:nvPicPr>
          <p:cNvPr id="219" name="Google Shape;219;p19"/>
          <p:cNvPicPr preferRelativeResize="0"/>
          <p:nvPr/>
        </p:nvPicPr>
        <p:blipFill rotWithShape="1">
          <a:blip r:embed="rId4">
            <a:alphaModFix/>
          </a:blip>
          <a:srcRect b="0" l="0" r="0" t="0"/>
          <a:stretch/>
        </p:blipFill>
        <p:spPr>
          <a:xfrm>
            <a:off x="6268282" y="2399995"/>
            <a:ext cx="4546600" cy="3276600"/>
          </a:xfrm>
          <a:prstGeom prst="rect">
            <a:avLst/>
          </a:prstGeom>
          <a:noFill/>
          <a:ln>
            <a:noFill/>
          </a:ln>
        </p:spPr>
      </p:pic>
      <p:sp>
        <p:nvSpPr>
          <p:cNvPr id="220" name="Google Shape;220;p19"/>
          <p:cNvSpPr txBox="1"/>
          <p:nvPr/>
        </p:nvSpPr>
        <p:spPr>
          <a:xfrm>
            <a:off x="1292223" y="1753664"/>
            <a:ext cx="465416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ES L1, GEO, HEO, SSO have highest success rate</a:t>
            </a:r>
            <a:endParaRPr/>
          </a:p>
        </p:txBody>
      </p:sp>
      <p:sp>
        <p:nvSpPr>
          <p:cNvPr id="221" name="Google Shape;221;p19"/>
          <p:cNvSpPr txBox="1"/>
          <p:nvPr/>
        </p:nvSpPr>
        <p:spPr>
          <a:xfrm>
            <a:off x="6177139" y="1691322"/>
            <a:ext cx="48879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It seems that the first three years were</a:t>
            </a:r>
            <a:endParaRPr/>
          </a:p>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periods of adjustments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25" name="Shape 225"/>
        <p:cNvGrpSpPr/>
        <p:nvPr/>
      </p:nvGrpSpPr>
      <p:grpSpPr>
        <a:xfrm>
          <a:off x="0" y="0"/>
          <a:ext cx="0" cy="0"/>
          <a:chOff x="0" y="0"/>
          <a:chExt cx="0" cy="0"/>
        </a:xfrm>
      </p:grpSpPr>
      <p:sp>
        <p:nvSpPr>
          <p:cNvPr id="226" name="Google Shape;226;p20"/>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Insights</a:t>
            </a:r>
            <a:endParaRPr/>
          </a:p>
        </p:txBody>
      </p:sp>
      <p:sp>
        <p:nvSpPr>
          <p:cNvPr id="227" name="Google Shape;227;p20"/>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1760"/>
              <a:buNone/>
            </a:pPr>
            <a:r>
              <a:rPr lang="en-US" sz="2200"/>
              <a:t>During the analysis it was determined:</a:t>
            </a:r>
            <a:endParaRPr/>
          </a:p>
          <a:p>
            <a:pPr indent="-182880" lvl="0" marL="182880" rtl="0" algn="l">
              <a:lnSpc>
                <a:spcPct val="95000"/>
              </a:lnSpc>
              <a:spcBef>
                <a:spcPts val="1600"/>
              </a:spcBef>
              <a:spcAft>
                <a:spcPts val="0"/>
              </a:spcAft>
              <a:buSzPts val="1760"/>
              <a:buChar char="•"/>
            </a:pPr>
            <a:r>
              <a:rPr lang="en-US" sz="2200"/>
              <a:t>The total pay load mass is 111.268 kg.</a:t>
            </a:r>
            <a:endParaRPr/>
          </a:p>
          <a:p>
            <a:pPr indent="-182880" lvl="0" marL="182880" rtl="0" algn="l">
              <a:lnSpc>
                <a:spcPct val="95000"/>
              </a:lnSpc>
              <a:spcBef>
                <a:spcPts val="1600"/>
              </a:spcBef>
              <a:spcAft>
                <a:spcPts val="0"/>
              </a:spcAft>
              <a:buSzPts val="1760"/>
              <a:buChar char="•"/>
            </a:pPr>
            <a:r>
              <a:rPr lang="en-US" sz="2200"/>
              <a:t>The average pay load mass is 2.928 kg.</a:t>
            </a:r>
            <a:endParaRPr/>
          </a:p>
          <a:p>
            <a:pPr indent="-182880" lvl="0" marL="182880" rtl="0" algn="l">
              <a:lnSpc>
                <a:spcPct val="95000"/>
              </a:lnSpc>
              <a:spcBef>
                <a:spcPts val="1600"/>
              </a:spcBef>
              <a:spcAft>
                <a:spcPts val="0"/>
              </a:spcAft>
              <a:buSzPts val="1760"/>
              <a:buChar char="•"/>
            </a:pPr>
            <a:r>
              <a:rPr lang="en-US" sz="2200"/>
              <a:t>The first landing outcome on ground pad is dated to be on12/22/2015.</a:t>
            </a:r>
            <a:endParaRPr/>
          </a:p>
          <a:p>
            <a:pPr indent="-182880" lvl="0" marL="182880" rtl="0" algn="l">
              <a:lnSpc>
                <a:spcPct val="95000"/>
              </a:lnSpc>
              <a:spcBef>
                <a:spcPts val="1600"/>
              </a:spcBef>
              <a:spcAft>
                <a:spcPts val="0"/>
              </a:spcAft>
              <a:buSzPts val="1760"/>
              <a:buChar char="•"/>
            </a:pPr>
            <a:r>
              <a:rPr lang="en-US" sz="2200"/>
              <a:t>Boosters that have achieved successful landings on drone ships and carried payload masses exceeding 4000 but below 6000 are F9 FT B1021.2, F9 FT B1031.2, F9 FT B1022 and F9 FT B1026.</a:t>
            </a:r>
            <a:endParaRPr/>
          </a:p>
          <a:p>
            <a:pPr indent="-182880" lvl="0" marL="182880" rtl="0" algn="l">
              <a:lnSpc>
                <a:spcPct val="95000"/>
              </a:lnSpc>
              <a:spcBef>
                <a:spcPts val="1600"/>
              </a:spcBef>
              <a:spcAft>
                <a:spcPts val="0"/>
              </a:spcAft>
              <a:buSzPts val="1760"/>
              <a:buChar char="•"/>
            </a:pPr>
            <a:r>
              <a:rPr lang="en-US" sz="2200"/>
              <a:t>There were 99 successes mission outcomes and 1 failure mission outcome.</a:t>
            </a:r>
            <a:endParaRPr/>
          </a:p>
          <a:p>
            <a:pPr indent="-71119" lvl="0" marL="182880" rtl="0" algn="l">
              <a:lnSpc>
                <a:spcPct val="95000"/>
              </a:lnSpc>
              <a:spcBef>
                <a:spcPts val="1600"/>
              </a:spcBef>
              <a:spcAft>
                <a:spcPts val="0"/>
              </a:spcAft>
              <a:buSzPts val="1760"/>
              <a:buNone/>
            </a:pPr>
            <a:r>
              <a:t/>
            </a:r>
            <a:endParaRPr sz="2200"/>
          </a:p>
          <a:p>
            <a:pPr indent="-71119" lvl="0" marL="182880" rtl="0" algn="l">
              <a:lnSpc>
                <a:spcPct val="95000"/>
              </a:lnSpc>
              <a:spcBef>
                <a:spcPts val="1600"/>
              </a:spcBef>
              <a:spcAft>
                <a:spcPts val="0"/>
              </a:spcAft>
              <a:buSzPts val="1760"/>
              <a:buNone/>
            </a:pPr>
            <a:r>
              <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31" name="Shape 231"/>
        <p:cNvGrpSpPr/>
        <p:nvPr/>
      </p:nvGrpSpPr>
      <p:grpSpPr>
        <a:xfrm>
          <a:off x="0" y="0"/>
          <a:ext cx="0" cy="0"/>
          <a:chOff x="0" y="0"/>
          <a:chExt cx="0" cy="0"/>
        </a:xfrm>
      </p:grpSpPr>
      <p:sp>
        <p:nvSpPr>
          <p:cNvPr id="232" name="Google Shape;232;p21"/>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Dashboards</a:t>
            </a:r>
            <a:endParaRPr/>
          </a:p>
        </p:txBody>
      </p:sp>
      <p:pic>
        <p:nvPicPr>
          <p:cNvPr id="233" name="Google Shape;233;p21"/>
          <p:cNvPicPr preferRelativeResize="0"/>
          <p:nvPr>
            <p:ph idx="1" type="body"/>
          </p:nvPr>
        </p:nvPicPr>
        <p:blipFill rotWithShape="1">
          <a:blip r:embed="rId3">
            <a:alphaModFix/>
          </a:blip>
          <a:srcRect b="0" l="0" r="0" t="0"/>
          <a:stretch/>
        </p:blipFill>
        <p:spPr>
          <a:xfrm>
            <a:off x="453490" y="2548101"/>
            <a:ext cx="4747169" cy="3264931"/>
          </a:xfrm>
          <a:prstGeom prst="rect">
            <a:avLst/>
          </a:prstGeom>
          <a:noFill/>
          <a:ln>
            <a:noFill/>
          </a:ln>
        </p:spPr>
      </p:pic>
      <p:pic>
        <p:nvPicPr>
          <p:cNvPr id="234" name="Google Shape;234;p21"/>
          <p:cNvPicPr preferRelativeResize="0"/>
          <p:nvPr/>
        </p:nvPicPr>
        <p:blipFill rotWithShape="1">
          <a:blip r:embed="rId4">
            <a:alphaModFix/>
          </a:blip>
          <a:srcRect b="0" l="0" r="0" t="0"/>
          <a:stretch/>
        </p:blipFill>
        <p:spPr>
          <a:xfrm>
            <a:off x="5626326" y="2548100"/>
            <a:ext cx="5328186" cy="32649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38" name="Shape 238"/>
        <p:cNvGrpSpPr/>
        <p:nvPr/>
      </p:nvGrpSpPr>
      <p:grpSpPr>
        <a:xfrm>
          <a:off x="0" y="0"/>
          <a:ext cx="0" cy="0"/>
          <a:chOff x="0" y="0"/>
          <a:chExt cx="0" cy="0"/>
        </a:xfrm>
      </p:grpSpPr>
      <p:sp>
        <p:nvSpPr>
          <p:cNvPr id="239" name="Google Shape;239;p22"/>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Dashboards</a:t>
            </a:r>
            <a:endParaRPr/>
          </a:p>
        </p:txBody>
      </p:sp>
      <p:pic>
        <p:nvPicPr>
          <p:cNvPr id="240" name="Google Shape;240;p22"/>
          <p:cNvPicPr preferRelativeResize="0"/>
          <p:nvPr>
            <p:ph idx="1" type="body"/>
          </p:nvPr>
        </p:nvPicPr>
        <p:blipFill rotWithShape="1">
          <a:blip r:embed="rId3">
            <a:alphaModFix/>
          </a:blip>
          <a:srcRect b="0" l="0" r="0" t="0"/>
          <a:stretch/>
        </p:blipFill>
        <p:spPr>
          <a:xfrm>
            <a:off x="408027" y="2548103"/>
            <a:ext cx="4900008" cy="3264931"/>
          </a:xfrm>
          <a:prstGeom prst="rect">
            <a:avLst/>
          </a:prstGeom>
          <a:noFill/>
          <a:ln>
            <a:noFill/>
          </a:ln>
        </p:spPr>
      </p:pic>
      <p:pic>
        <p:nvPicPr>
          <p:cNvPr id="241" name="Google Shape;241;p22"/>
          <p:cNvPicPr preferRelativeResize="0"/>
          <p:nvPr/>
        </p:nvPicPr>
        <p:blipFill rotWithShape="1">
          <a:blip r:embed="rId4">
            <a:alphaModFix/>
          </a:blip>
          <a:srcRect b="0" l="0" r="0" t="0"/>
          <a:stretch/>
        </p:blipFill>
        <p:spPr>
          <a:xfrm>
            <a:off x="5741488" y="2555720"/>
            <a:ext cx="5333461" cy="327254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45" name="Shape 245"/>
        <p:cNvGrpSpPr/>
        <p:nvPr/>
      </p:nvGrpSpPr>
      <p:grpSpPr>
        <a:xfrm>
          <a:off x="0" y="0"/>
          <a:ext cx="0" cy="0"/>
          <a:chOff x="0" y="0"/>
          <a:chExt cx="0" cy="0"/>
        </a:xfrm>
      </p:grpSpPr>
      <p:sp>
        <p:nvSpPr>
          <p:cNvPr id="246" name="Google Shape;246;p23"/>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Predictive Analysis</a:t>
            </a:r>
            <a:endParaRPr/>
          </a:p>
        </p:txBody>
      </p:sp>
      <p:pic>
        <p:nvPicPr>
          <p:cNvPr id="247" name="Google Shape;247;p23"/>
          <p:cNvPicPr preferRelativeResize="0"/>
          <p:nvPr/>
        </p:nvPicPr>
        <p:blipFill rotWithShape="1">
          <a:blip r:embed="rId3">
            <a:alphaModFix/>
          </a:blip>
          <a:srcRect b="0" l="0" r="0" t="0"/>
          <a:stretch/>
        </p:blipFill>
        <p:spPr>
          <a:xfrm>
            <a:off x="692027" y="2872411"/>
            <a:ext cx="4449815" cy="3102844"/>
          </a:xfrm>
          <a:prstGeom prst="rect">
            <a:avLst/>
          </a:prstGeom>
          <a:noFill/>
          <a:ln>
            <a:noFill/>
          </a:ln>
        </p:spPr>
      </p:pic>
      <p:sp>
        <p:nvSpPr>
          <p:cNvPr id="248" name="Google Shape;248;p23"/>
          <p:cNvSpPr txBox="1"/>
          <p:nvPr/>
        </p:nvSpPr>
        <p:spPr>
          <a:xfrm>
            <a:off x="625768" y="1949081"/>
            <a:ext cx="465416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The model with the highest classification</a:t>
            </a:r>
            <a:endParaRPr/>
          </a:p>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accuracy is Decision Tree Classifier,</a:t>
            </a:r>
            <a:endParaRPr/>
          </a:p>
          <a:p>
            <a:pPr indent="0" lvl="0" marL="0" marR="0" rtl="0" algn="l">
              <a:spcBef>
                <a:spcPts val="0"/>
              </a:spcBef>
              <a:spcAft>
                <a:spcPts val="0"/>
              </a:spcAft>
              <a:buNone/>
            </a:pPr>
            <a:r>
              <a:rPr lang="en-US" sz="1800">
                <a:solidFill>
                  <a:schemeClr val="dk1"/>
                </a:solidFill>
                <a:latin typeface="Century Schoolbook"/>
                <a:ea typeface="Century Schoolbook"/>
                <a:cs typeface="Century Schoolbook"/>
                <a:sym typeface="Century Schoolbook"/>
              </a:rPr>
              <a:t>which has accuracies over than 87%.</a:t>
            </a:r>
            <a:endParaRPr/>
          </a:p>
        </p:txBody>
      </p:sp>
      <p:pic>
        <p:nvPicPr>
          <p:cNvPr id="249" name="Google Shape;249;p23"/>
          <p:cNvPicPr preferRelativeResize="0"/>
          <p:nvPr/>
        </p:nvPicPr>
        <p:blipFill rotWithShape="1">
          <a:blip r:embed="rId4">
            <a:alphaModFix/>
          </a:blip>
          <a:srcRect b="0" l="0" r="0" t="0"/>
          <a:stretch/>
        </p:blipFill>
        <p:spPr>
          <a:xfrm>
            <a:off x="6496142" y="3102963"/>
            <a:ext cx="4039337" cy="2886839"/>
          </a:xfrm>
          <a:prstGeom prst="rect">
            <a:avLst/>
          </a:prstGeom>
          <a:noFill/>
          <a:ln>
            <a:noFill/>
          </a:ln>
        </p:spPr>
      </p:pic>
      <p:sp>
        <p:nvSpPr>
          <p:cNvPr id="250" name="Google Shape;250;p23"/>
          <p:cNvSpPr txBox="1"/>
          <p:nvPr/>
        </p:nvSpPr>
        <p:spPr>
          <a:xfrm>
            <a:off x="6443134" y="1636828"/>
            <a:ext cx="4092345"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br>
              <a:rPr lang="en-US" sz="1800">
                <a:solidFill>
                  <a:schemeClr val="dk1"/>
                </a:solidFill>
                <a:latin typeface="Century Schoolbook"/>
                <a:ea typeface="Century Schoolbook"/>
                <a:cs typeface="Century Schoolbook"/>
                <a:sym typeface="Century Schoolbook"/>
              </a:rPr>
            </a:br>
            <a:r>
              <a:rPr lang="en-US" sz="1800">
                <a:solidFill>
                  <a:schemeClr val="dk1"/>
                </a:solidFill>
                <a:latin typeface="Century Schoolbook"/>
                <a:ea typeface="Century Schoolbook"/>
                <a:cs typeface="Century Schoolbook"/>
                <a:sym typeface="Century Schoolbook"/>
              </a:rPr>
              <a:t>Confusion matrix demonstrates notable figures for true positives and true negatives in contrast to the occurrences of false outcomes.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54" name="Shape 254"/>
        <p:cNvGrpSpPr/>
        <p:nvPr/>
      </p:nvGrpSpPr>
      <p:grpSpPr>
        <a:xfrm>
          <a:off x="0" y="0"/>
          <a:ext cx="0" cy="0"/>
          <a:chOff x="0" y="0"/>
          <a:chExt cx="0" cy="0"/>
        </a:xfrm>
      </p:grpSpPr>
      <p:sp>
        <p:nvSpPr>
          <p:cNvPr id="255" name="Google Shape;255;p24"/>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Conclusions</a:t>
            </a:r>
            <a:endParaRPr/>
          </a:p>
        </p:txBody>
      </p:sp>
      <p:sp>
        <p:nvSpPr>
          <p:cNvPr id="256" name="Google Shape;256;p24"/>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1760"/>
              <a:buNone/>
            </a:pPr>
            <a:r>
              <a:rPr lang="en-US" sz="2200"/>
              <a:t>The analysis involved the examination of various data sources, leading to progressively refined conclusions:</a:t>
            </a:r>
            <a:endParaRPr/>
          </a:p>
          <a:p>
            <a:pPr indent="-182880" lvl="0" marL="182880" rtl="0" algn="l">
              <a:lnSpc>
                <a:spcPct val="95000"/>
              </a:lnSpc>
              <a:spcBef>
                <a:spcPts val="1600"/>
              </a:spcBef>
              <a:spcAft>
                <a:spcPts val="0"/>
              </a:spcAft>
              <a:buSzPts val="1760"/>
              <a:buChar char="•"/>
            </a:pPr>
            <a:r>
              <a:rPr lang="en-US" sz="2200"/>
              <a:t>The optimal launch site is KSC LC 39A.</a:t>
            </a:r>
            <a:endParaRPr/>
          </a:p>
          <a:p>
            <a:pPr indent="-182880" lvl="0" marL="182880" rtl="0" algn="l">
              <a:lnSpc>
                <a:spcPct val="95000"/>
              </a:lnSpc>
              <a:spcBef>
                <a:spcPts val="1600"/>
              </a:spcBef>
              <a:spcAft>
                <a:spcPts val="0"/>
              </a:spcAft>
              <a:buSzPts val="1760"/>
              <a:buChar char="•"/>
            </a:pPr>
            <a:r>
              <a:rPr lang="en-US" sz="2200"/>
              <a:t>Launches with payloads exceeding 7,000 kg exhibit reduced risk.</a:t>
            </a:r>
            <a:endParaRPr/>
          </a:p>
          <a:p>
            <a:pPr indent="-182880" lvl="0" marL="182880" rtl="0" algn="l">
              <a:lnSpc>
                <a:spcPct val="95000"/>
              </a:lnSpc>
              <a:spcBef>
                <a:spcPts val="1600"/>
              </a:spcBef>
              <a:spcAft>
                <a:spcPts val="0"/>
              </a:spcAft>
              <a:buSzPts val="1760"/>
              <a:buChar char="•"/>
            </a:pPr>
            <a:r>
              <a:rPr lang="en-US" sz="2200"/>
              <a:t>While a majority of mission outcomes are successful, successful landing results appear to enhance gradually over time in alignment with process and rocket advancements.</a:t>
            </a:r>
            <a:endParaRPr/>
          </a:p>
          <a:p>
            <a:pPr indent="-182880" lvl="0" marL="182880" rtl="0" algn="l">
              <a:lnSpc>
                <a:spcPct val="95000"/>
              </a:lnSpc>
              <a:spcBef>
                <a:spcPts val="1600"/>
              </a:spcBef>
              <a:spcAft>
                <a:spcPts val="0"/>
              </a:spcAft>
              <a:buSzPts val="1760"/>
              <a:buChar char="•"/>
            </a:pPr>
            <a:r>
              <a:rPr lang="en-US" sz="2200"/>
              <a:t>The Decision Tree Classifier is a valuable tool for forecasting successful landings, potentially contributing to increased profits.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60" name="Shape 260"/>
        <p:cNvGrpSpPr/>
        <p:nvPr/>
      </p:nvGrpSpPr>
      <p:grpSpPr>
        <a:xfrm>
          <a:off x="0" y="0"/>
          <a:ext cx="0" cy="0"/>
          <a:chOff x="0" y="0"/>
          <a:chExt cx="0" cy="0"/>
        </a:xfrm>
      </p:grpSpPr>
      <p:sp>
        <p:nvSpPr>
          <p:cNvPr id="261" name="Google Shape;261;p25"/>
          <p:cNvSpPr txBox="1"/>
          <p:nvPr>
            <p:ph type="title"/>
          </p:nvPr>
        </p:nvSpPr>
        <p:spPr>
          <a:xfrm>
            <a:off x="1261872" y="365760"/>
            <a:ext cx="9692640" cy="132556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Schoolbook"/>
              <a:buNone/>
            </a:pPr>
            <a:r>
              <a:rPr lang="en-US"/>
              <a:t>Appendix</a:t>
            </a:r>
            <a:endParaRPr/>
          </a:p>
        </p:txBody>
      </p:sp>
      <p:sp>
        <p:nvSpPr>
          <p:cNvPr id="262" name="Google Shape;262;p25"/>
          <p:cNvSpPr txBox="1"/>
          <p:nvPr>
            <p:ph idx="1" type="body"/>
          </p:nvPr>
        </p:nvSpPr>
        <p:spPr>
          <a:xfrm>
            <a:off x="1261872" y="1828800"/>
            <a:ext cx="8595360" cy="4351337"/>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SzPts val="1760"/>
              <a:buNone/>
            </a:pPr>
            <a:r>
              <a:rPr lang="en-US" sz="2200"/>
              <a:t>Check the source files using this link:</a:t>
            </a:r>
            <a:endParaRPr/>
          </a:p>
          <a:p>
            <a:pPr indent="0" lvl="0" marL="0" rtl="0" algn="l">
              <a:lnSpc>
                <a:spcPct val="95000"/>
              </a:lnSpc>
              <a:spcBef>
                <a:spcPts val="1600"/>
              </a:spcBef>
              <a:spcAft>
                <a:spcPts val="0"/>
              </a:spcAft>
              <a:buSzPts val="1760"/>
              <a:buNone/>
            </a:pPr>
            <a:r>
              <a:rPr lang="en-US" sz="2200"/>
              <a:t>https://github.com/MSalmanAliKhan/Applied-Data-Science-Assignment.git</a:t>
            </a:r>
            <a:endParaRPr/>
          </a:p>
          <a:p>
            <a:pPr indent="0" lvl="0" marL="0" rtl="0" algn="l">
              <a:lnSpc>
                <a:spcPct val="95000"/>
              </a:lnSpc>
              <a:spcBef>
                <a:spcPts val="1600"/>
              </a:spcBef>
              <a:spcAft>
                <a:spcPts val="0"/>
              </a:spcAft>
              <a:buSzPts val="1760"/>
              <a:buNone/>
            </a:pPr>
            <a:r>
              <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8D8D8"/>
        </a:solidFill>
      </p:bgPr>
    </p:bg>
    <p:spTree>
      <p:nvGrpSpPr>
        <p:cNvPr id="266" name="Shape 266"/>
        <p:cNvGrpSpPr/>
        <p:nvPr/>
      </p:nvGrpSpPr>
      <p:grpSpPr>
        <a:xfrm>
          <a:off x="0" y="0"/>
          <a:ext cx="0" cy="0"/>
          <a:chOff x="0" y="0"/>
          <a:chExt cx="0" cy="0"/>
        </a:xfrm>
      </p:grpSpPr>
      <p:sp>
        <p:nvSpPr>
          <p:cNvPr id="267" name="Google Shape;267;p26"/>
          <p:cNvSpPr txBox="1"/>
          <p:nvPr>
            <p:ph type="title"/>
          </p:nvPr>
        </p:nvSpPr>
        <p:spPr>
          <a:xfrm>
            <a:off x="3678936" y="2690190"/>
            <a:ext cx="4834128" cy="1050235"/>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Clr>
                <a:schemeClr val="dk1"/>
              </a:buClr>
              <a:buSzPts val="7200"/>
              <a:buFont typeface="Century Schoolbook"/>
              <a:buNone/>
            </a:pPr>
            <a:r>
              <a:rPr lang="en-US"/>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2023-08-25T04:50:40Z</dcterms:created>
  <dc:creator>salman</dc:creator>
</cp:coreProperties>
</file>